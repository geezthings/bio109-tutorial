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8" r:id="rId2"/>
    <p:sldId id="267" r:id="rId3"/>
    <p:sldId id="262" r:id="rId4"/>
    <p:sldId id="266" r:id="rId5"/>
    <p:sldId id="265" r:id="rId6"/>
    <p:sldId id="257" r:id="rId7"/>
  </p:sldIdLst>
  <p:sldSz cx="12192000" cy="6858000"/>
  <p:notesSz cx="6858000" cy="9144000"/>
  <p:embeddedFontLst>
    <p:embeddedFont>
      <p:font typeface="Aptos Black" panose="020B0004020202020204" pitchFamily="34" charset="0"/>
      <p:bold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B86A31-08D5-451F-BD52-8CB6753E8151}" v="1" dt="2026-05-12T02:20:25.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showGuides="1">
      <p:cViewPr>
        <p:scale>
          <a:sx n="87" d="100"/>
          <a:sy n="87" d="100"/>
        </p:scale>
        <p:origin x="-102" y="-24"/>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na Lofaro" userId="59a7b9a712b8270d" providerId="LiveId" clId="{D83110CF-30BE-4993-B17D-3033E21FF7D7}"/>
    <pc:docChg chg="custSel modSld">
      <pc:chgData name="Gina Lofaro" userId="59a7b9a712b8270d" providerId="LiveId" clId="{D83110CF-30BE-4993-B17D-3033E21FF7D7}" dt="2026-05-12T02:23:26.380" v="95" actId="20577"/>
      <pc:docMkLst>
        <pc:docMk/>
      </pc:docMkLst>
      <pc:sldChg chg="modSp mod">
        <pc:chgData name="Gina Lofaro" userId="59a7b9a712b8270d" providerId="LiveId" clId="{D83110CF-30BE-4993-B17D-3033E21FF7D7}" dt="2026-05-12T02:23:26.380" v="95" actId="20577"/>
        <pc:sldMkLst>
          <pc:docMk/>
          <pc:sldMk cId="4208066240" sldId="258"/>
        </pc:sldMkLst>
        <pc:spChg chg="mod">
          <ac:chgData name="Gina Lofaro" userId="59a7b9a712b8270d" providerId="LiveId" clId="{D83110CF-30BE-4993-B17D-3033E21FF7D7}" dt="2026-05-12T02:23:26.380" v="95" actId="20577"/>
          <ac:spMkLst>
            <pc:docMk/>
            <pc:sldMk cId="4208066240" sldId="258"/>
            <ac:spMk id="24" creationId="{79854B4F-A59B-8D8A-6D2D-CDEFCE9492C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83FED-65BD-450E-3039-19ADCBD546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5EE80B-C472-6031-C4B3-023C966FE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56A6DE-4E81-D8D5-EDD4-92A89DBF0D21}"/>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5" name="Footer Placeholder 4">
            <a:extLst>
              <a:ext uri="{FF2B5EF4-FFF2-40B4-BE49-F238E27FC236}">
                <a16:creationId xmlns:a16="http://schemas.microsoft.com/office/drawing/2014/main" id="{1D1B4621-E049-C0DD-D72A-324A759498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A7653A-D9DC-0BD7-E2EF-95DF64783B25}"/>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3449637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EE5CD-CADC-3BD7-936F-9ED47DFB69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4C6C93-3556-FC6A-3EC4-9403FD43B2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3A23E7-8BDE-F247-9737-B2DDFD621463}"/>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5" name="Footer Placeholder 4">
            <a:extLst>
              <a:ext uri="{FF2B5EF4-FFF2-40B4-BE49-F238E27FC236}">
                <a16:creationId xmlns:a16="http://schemas.microsoft.com/office/drawing/2014/main" id="{32CB9057-104C-5AE0-6C25-30E59DF14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6B5FB6-AD0C-E463-D897-0A39ABBEFB83}"/>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4224407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30D1D-E9EC-66AE-D517-F0C1531D53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A1EC56-BF2B-018C-BF94-8ED8A84A9E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A2E98B-E342-DC5D-AFC9-F80ACBB043EF}"/>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5" name="Footer Placeholder 4">
            <a:extLst>
              <a:ext uri="{FF2B5EF4-FFF2-40B4-BE49-F238E27FC236}">
                <a16:creationId xmlns:a16="http://schemas.microsoft.com/office/drawing/2014/main" id="{6F086F67-1A03-83B9-3D86-C1B3F61EA2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7F83C2-6301-9BD0-6B9B-546E57199A3F}"/>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157059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20108-D241-5B94-7417-ABC8820792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374987-053A-1E08-F17D-7AF5256877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6255D8-E00A-1024-04BC-540D63A705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449CB7-6339-BA42-0DEA-B04061D0BA5C}"/>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6" name="Footer Placeholder 5">
            <a:extLst>
              <a:ext uri="{FF2B5EF4-FFF2-40B4-BE49-F238E27FC236}">
                <a16:creationId xmlns:a16="http://schemas.microsoft.com/office/drawing/2014/main" id="{5FA3C273-4A08-D89B-2E73-AB67E4AD2B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74A79D-600A-F44B-0B5A-A25366DEC2D8}"/>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2034693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380CF-AA5D-C207-8EEF-42A56ADA2A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5ABBA0-9F3D-745E-5F41-D69D8760FA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F021C2-CAE1-B40E-DBEA-B6BFACDD0E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8B5A32-3F5B-217B-1EF3-C94B6CA41D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71E898-26EF-3C9C-CE4A-511AE33ACF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823FAB-9F5F-F2D9-AA8E-822425B45339}"/>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8" name="Footer Placeholder 7">
            <a:extLst>
              <a:ext uri="{FF2B5EF4-FFF2-40B4-BE49-F238E27FC236}">
                <a16:creationId xmlns:a16="http://schemas.microsoft.com/office/drawing/2014/main" id="{0D4DF8AE-99C4-3FF7-037C-230ABC71FF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3CBD3E-47C8-AFAD-D826-DA473A1B9B60}"/>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1732900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66B5B-5D74-B07F-6F38-F7E0F49E9C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EB800D-5492-1ED9-E852-5E28277DA42F}"/>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4" name="Footer Placeholder 3">
            <a:extLst>
              <a:ext uri="{FF2B5EF4-FFF2-40B4-BE49-F238E27FC236}">
                <a16:creationId xmlns:a16="http://schemas.microsoft.com/office/drawing/2014/main" id="{44B67FC1-B0C1-2B12-C564-89A85437F4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E27585-594F-4CC0-BBF9-32AE6FA3DA8F}"/>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3643812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0F68E3-E20B-8321-7253-C8467CA1E336}"/>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3" name="Footer Placeholder 2">
            <a:extLst>
              <a:ext uri="{FF2B5EF4-FFF2-40B4-BE49-F238E27FC236}">
                <a16:creationId xmlns:a16="http://schemas.microsoft.com/office/drawing/2014/main" id="{9BFE08A2-ED4C-4125-F947-9F36CBEB81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382238-964D-9F33-D5EA-94ACA69C0F20}"/>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2256940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C32F9-4F66-A483-ED43-822058E461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363CAD-EDC6-85FC-DB0B-A3689CC06B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641174-951A-2C4D-BF09-C3AE2709C6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9B165-C359-38B7-D3D3-F329C7432958}"/>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6" name="Footer Placeholder 5">
            <a:extLst>
              <a:ext uri="{FF2B5EF4-FFF2-40B4-BE49-F238E27FC236}">
                <a16:creationId xmlns:a16="http://schemas.microsoft.com/office/drawing/2014/main" id="{CE3DE8AA-6866-4BB2-7E7A-8B68DBFCA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B24D77-010A-98FB-8ED0-820C6AB60A88}"/>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2723472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D963F-5C2B-C8F7-D05E-E965A1356C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4B315C-59DF-5531-B2DD-7B67EC5993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FC50C9-C761-4B6E-3287-F11E1C4A0B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0BC560-EE05-049F-781E-38BD1C165E44}"/>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6" name="Footer Placeholder 5">
            <a:extLst>
              <a:ext uri="{FF2B5EF4-FFF2-40B4-BE49-F238E27FC236}">
                <a16:creationId xmlns:a16="http://schemas.microsoft.com/office/drawing/2014/main" id="{16DD7B58-A1BB-0A13-C07D-329F1CDA15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2329E1-FADD-A869-EC1B-79F7DECF935C}"/>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924854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21A7-4129-2B9B-86F7-D7790D927A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99CB86-AA8D-9F0C-2D60-B416D15D65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FC431-2483-6B94-CA68-E85A12C5173E}"/>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5" name="Footer Placeholder 4">
            <a:extLst>
              <a:ext uri="{FF2B5EF4-FFF2-40B4-BE49-F238E27FC236}">
                <a16:creationId xmlns:a16="http://schemas.microsoft.com/office/drawing/2014/main" id="{9384519C-9858-69EF-6B0B-A9F0D608B7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638EB8-90D5-0CB5-6E5D-6667DD61DDEF}"/>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4214303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BB2155-0455-C4FF-71E5-3ED074BF65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FDF212-6B10-9DEB-E43F-BB8D1DF2D8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C77D14-59FD-765E-BF7B-28BE1D2A10C8}"/>
              </a:ext>
            </a:extLst>
          </p:cNvPr>
          <p:cNvSpPr>
            <a:spLocks noGrp="1"/>
          </p:cNvSpPr>
          <p:nvPr>
            <p:ph type="dt" sz="half" idx="10"/>
          </p:nvPr>
        </p:nvSpPr>
        <p:spPr/>
        <p:txBody>
          <a:bodyPr/>
          <a:lstStyle/>
          <a:p>
            <a:fld id="{1077FCB9-E710-43BD-96A2-F116BBA247C3}" type="datetimeFigureOut">
              <a:rPr lang="en-US" smtClean="0"/>
              <a:t>5/11/2026</a:t>
            </a:fld>
            <a:endParaRPr lang="en-US"/>
          </a:p>
        </p:txBody>
      </p:sp>
      <p:sp>
        <p:nvSpPr>
          <p:cNvPr id="5" name="Footer Placeholder 4">
            <a:extLst>
              <a:ext uri="{FF2B5EF4-FFF2-40B4-BE49-F238E27FC236}">
                <a16:creationId xmlns:a16="http://schemas.microsoft.com/office/drawing/2014/main" id="{5964D46B-E92F-D7C1-A2A9-80526F9E60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CB109B-6AB9-D5D8-8588-B851CB9F133B}"/>
              </a:ext>
            </a:extLst>
          </p:cNvPr>
          <p:cNvSpPr>
            <a:spLocks noGrp="1"/>
          </p:cNvSpPr>
          <p:nvPr>
            <p:ph type="sldNum" sz="quarter" idx="12"/>
          </p:nvPr>
        </p:nvSpPr>
        <p:spPr/>
        <p:txBody>
          <a:bodyPr/>
          <a:lstStyle/>
          <a:p>
            <a:fld id="{0195E00F-3B99-40AF-B4EB-29A419E6714A}" type="slidenum">
              <a:rPr lang="en-US" smtClean="0"/>
              <a:t>‹#›</a:t>
            </a:fld>
            <a:endParaRPr lang="en-US"/>
          </a:p>
        </p:txBody>
      </p:sp>
    </p:spTree>
    <p:extLst>
      <p:ext uri="{BB962C8B-B14F-4D97-AF65-F5344CB8AC3E}">
        <p14:creationId xmlns:p14="http://schemas.microsoft.com/office/powerpoint/2010/main" val="2898757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1F41F5-6945-C966-5F24-D69208889A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13D500-0CEC-B3CE-AC65-D8B644E21A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C03790-DDC8-84FF-754B-471CB998C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77FCB9-E710-43BD-96A2-F116BBA247C3}" type="datetimeFigureOut">
              <a:rPr lang="en-US" smtClean="0"/>
              <a:t>5/11/2026</a:t>
            </a:fld>
            <a:endParaRPr lang="en-US"/>
          </a:p>
        </p:txBody>
      </p:sp>
      <p:sp>
        <p:nvSpPr>
          <p:cNvPr id="5" name="Footer Placeholder 4">
            <a:extLst>
              <a:ext uri="{FF2B5EF4-FFF2-40B4-BE49-F238E27FC236}">
                <a16:creationId xmlns:a16="http://schemas.microsoft.com/office/drawing/2014/main" id="{CEF56FAD-227C-CC0A-183D-B58B9E7AC5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8D0793C-40CF-DBF8-644C-9F9C0CFA9F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95E00F-3B99-40AF-B4EB-29A419E6714A}" type="slidenum">
              <a:rPr lang="en-US" smtClean="0"/>
              <a:t>‹#›</a:t>
            </a:fld>
            <a:endParaRPr lang="en-US"/>
          </a:p>
        </p:txBody>
      </p:sp>
    </p:spTree>
    <p:extLst>
      <p:ext uri="{BB962C8B-B14F-4D97-AF65-F5344CB8AC3E}">
        <p14:creationId xmlns:p14="http://schemas.microsoft.com/office/powerpoint/2010/main" val="3603284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svg"/><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 Id="rId9"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A311FB07-EC5F-3EB6-E389-E6F3FC8FAEB4}"/>
              </a:ext>
            </a:extLst>
          </p:cNvPr>
          <p:cNvSpPr>
            <a:spLocks noGrp="1"/>
          </p:cNvSpPr>
          <p:nvPr>
            <p:ph type="ctrTitle"/>
          </p:nvPr>
        </p:nvSpPr>
        <p:spPr>
          <a:xfrm>
            <a:off x="2912937" y="387311"/>
            <a:ext cx="8027009" cy="2387600"/>
          </a:xfrm>
        </p:spPr>
        <p:txBody>
          <a:bodyPr/>
          <a:lstStyle/>
          <a:p>
            <a:r>
              <a:rPr lang="en-US" dirty="0"/>
              <a:t>Tools and tricks to create study materials</a:t>
            </a:r>
          </a:p>
        </p:txBody>
      </p:sp>
      <p:sp>
        <p:nvSpPr>
          <p:cNvPr id="24" name="Subtitle 23">
            <a:extLst>
              <a:ext uri="{FF2B5EF4-FFF2-40B4-BE49-F238E27FC236}">
                <a16:creationId xmlns:a16="http://schemas.microsoft.com/office/drawing/2014/main" id="{79854B4F-A59B-8D8A-6D2D-CDEFCE9492CC}"/>
              </a:ext>
            </a:extLst>
          </p:cNvPr>
          <p:cNvSpPr>
            <a:spLocks noGrp="1"/>
          </p:cNvSpPr>
          <p:nvPr>
            <p:ph type="subTitle" idx="1"/>
          </p:nvPr>
        </p:nvSpPr>
        <p:spPr>
          <a:xfrm>
            <a:off x="4792337" y="4323834"/>
            <a:ext cx="6099310" cy="1212212"/>
          </a:xfrm>
        </p:spPr>
        <p:txBody>
          <a:bodyPr>
            <a:normAutofit/>
          </a:bodyPr>
          <a:lstStyle/>
          <a:p>
            <a:r>
              <a:rPr lang="en-US" dirty="0"/>
              <a:t>Helpful steps and tools, especially for neurodivergent students, to use for studying difficult content</a:t>
            </a:r>
          </a:p>
        </p:txBody>
      </p:sp>
      <p:pic>
        <p:nvPicPr>
          <p:cNvPr id="5" name="Content Placeholder 4">
            <a:extLst>
              <a:ext uri="{FF2B5EF4-FFF2-40B4-BE49-F238E27FC236}">
                <a16:creationId xmlns:a16="http://schemas.microsoft.com/office/drawing/2014/main" id="{785D5A02-05D4-FD4F-2D90-31E6F55ACE63}"/>
              </a:ext>
            </a:extLst>
          </p:cNvPr>
          <p:cNvPicPr>
            <a:picLocks noGrp="1" noChangeAspect="1"/>
          </p:cNvPicPr>
          <p:nvPr>
            <p:ph idx="4294967295"/>
          </p:nvPr>
        </p:nvPicPr>
        <p:blipFill>
          <a:blip>
            <a:extLst>
              <a:ext uri="{96DAC541-7B7A-43D3-8B79-37D633B846F1}">
                <asvg:svgBlip xmlns:asvg="http://schemas.microsoft.com/office/drawing/2016/SVG/main" r:embed="rId2"/>
              </a:ext>
            </a:extLst>
          </a:blip>
          <a:stretch>
            <a:fillRect/>
          </a:stretch>
        </p:blipFill>
        <p:spPr>
          <a:xfrm>
            <a:off x="166743" y="2499062"/>
            <a:ext cx="4191000" cy="4124325"/>
          </a:xfrm>
          <a:prstGeom prst="rect">
            <a:avLst/>
          </a:prstGeom>
        </p:spPr>
      </p:pic>
      <p:pic>
        <p:nvPicPr>
          <p:cNvPr id="35" name="Graphic 34">
            <a:extLst>
              <a:ext uri="{FF2B5EF4-FFF2-40B4-BE49-F238E27FC236}">
                <a16:creationId xmlns:a16="http://schemas.microsoft.com/office/drawing/2014/main" id="{287090D6-F325-6094-0867-7B2010D82C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91647" y="1581111"/>
            <a:ext cx="1160813" cy="1107334"/>
          </a:xfrm>
          <a:prstGeom prst="rect">
            <a:avLst/>
          </a:prstGeom>
        </p:spPr>
      </p:pic>
      <p:sp>
        <p:nvSpPr>
          <p:cNvPr id="37" name="Freeform: Shape 36">
            <a:extLst>
              <a:ext uri="{FF2B5EF4-FFF2-40B4-BE49-F238E27FC236}">
                <a16:creationId xmlns:a16="http://schemas.microsoft.com/office/drawing/2014/main" id="{B389BC48-7EB0-7E56-A9ED-1E43CB35B2AD}"/>
              </a:ext>
            </a:extLst>
          </p:cNvPr>
          <p:cNvSpPr/>
          <p:nvPr/>
        </p:nvSpPr>
        <p:spPr>
          <a:xfrm>
            <a:off x="2584411" y="2420151"/>
            <a:ext cx="8684063" cy="3807366"/>
          </a:xfrm>
          <a:custGeom>
            <a:avLst/>
            <a:gdLst>
              <a:gd name="csX0" fmla="*/ 0 w 8684063"/>
              <a:gd name="csY0" fmla="*/ 1325058 h 3807366"/>
              <a:gd name="csX1" fmla="*/ 1133418 w 8684063"/>
              <a:gd name="csY1" fmla="*/ 777512 h 3807366"/>
              <a:gd name="csX2" fmla="*/ 2622741 w 8684063"/>
              <a:gd name="csY2" fmla="*/ 1500273 h 3807366"/>
              <a:gd name="csX3" fmla="*/ 7539694 w 8684063"/>
              <a:gd name="csY3" fmla="*/ 1341485 h 3807366"/>
              <a:gd name="csX4" fmla="*/ 8328159 w 8684063"/>
              <a:gd name="csY4" fmla="*/ 2880086 h 3807366"/>
              <a:gd name="csX5" fmla="*/ 5420696 w 8684063"/>
              <a:gd name="csY5" fmla="*/ 3805437 h 3807366"/>
              <a:gd name="csX6" fmla="*/ 1971163 w 8684063"/>
              <a:gd name="csY6" fmla="*/ 3060776 h 3807366"/>
              <a:gd name="csX7" fmla="*/ 3126483 w 8684063"/>
              <a:gd name="csY7" fmla="*/ 1111516 h 3807366"/>
              <a:gd name="csX8" fmla="*/ 7944878 w 8684063"/>
              <a:gd name="csY8" fmla="*/ 996531 h 3807366"/>
              <a:gd name="csX9" fmla="*/ 8684063 w 8684063"/>
              <a:gd name="csY9" fmla="*/ 0 h 3807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684063" h="3807366" extrusionOk="0">
                <a:moveTo>
                  <a:pt x="0" y="1325058"/>
                </a:moveTo>
                <a:cubicBezTo>
                  <a:pt x="92409" y="1067842"/>
                  <a:pt x="656512" y="763241"/>
                  <a:pt x="1133418" y="777512"/>
                </a:cubicBezTo>
                <a:cubicBezTo>
                  <a:pt x="1641095" y="821567"/>
                  <a:pt x="1508625" y="1407753"/>
                  <a:pt x="2622741" y="1500273"/>
                </a:cubicBezTo>
                <a:cubicBezTo>
                  <a:pt x="3659672" y="1624329"/>
                  <a:pt x="6571622" y="1206414"/>
                  <a:pt x="7539694" y="1341485"/>
                </a:cubicBezTo>
                <a:cubicBezTo>
                  <a:pt x="8476974" y="1564000"/>
                  <a:pt x="8757047" y="2505607"/>
                  <a:pt x="8328159" y="2880086"/>
                </a:cubicBezTo>
                <a:cubicBezTo>
                  <a:pt x="8149017" y="3311389"/>
                  <a:pt x="6492568" y="3749859"/>
                  <a:pt x="5420696" y="3805437"/>
                </a:cubicBezTo>
                <a:cubicBezTo>
                  <a:pt x="4278836" y="3822940"/>
                  <a:pt x="2287396" y="3572029"/>
                  <a:pt x="1971163" y="3060776"/>
                </a:cubicBezTo>
                <a:cubicBezTo>
                  <a:pt x="1586483" y="2589750"/>
                  <a:pt x="1976974" y="1584436"/>
                  <a:pt x="3126483" y="1111516"/>
                </a:cubicBezTo>
                <a:cubicBezTo>
                  <a:pt x="4247221" y="771282"/>
                  <a:pt x="7462742" y="1363076"/>
                  <a:pt x="7944878" y="996531"/>
                </a:cubicBezTo>
                <a:cubicBezTo>
                  <a:pt x="8509000" y="652703"/>
                  <a:pt x="8457885" y="348711"/>
                  <a:pt x="8684063" y="0"/>
                </a:cubicBezTo>
              </a:path>
            </a:pathLst>
          </a:custGeom>
          <a:noFill/>
          <a:ln w="38100" cap="rnd">
            <a:solidFill>
              <a:schemeClr val="tx2"/>
            </a:solidFill>
            <a:prstDash val="sysDash"/>
            <a:extLst>
              <a:ext uri="{C807C97D-BFC1-408E-A445-0C87EB9F89A2}">
                <ask:lineSketchStyleProps xmlns:ask="http://schemas.microsoft.com/office/drawing/2018/sketchyshapes" sd="1219033472">
                  <a:custGeom>
                    <a:avLst/>
                    <a:gdLst>
                      <a:gd name="csX0" fmla="*/ 0 w 8399339"/>
                      <a:gd name="csY0" fmla="*/ 1166270 h 3805437"/>
                      <a:gd name="csX1" fmla="*/ 854170 w 8399339"/>
                      <a:gd name="csY1" fmla="*/ 876071 h 3805437"/>
                      <a:gd name="csX2" fmla="*/ 2338017 w 8399339"/>
                      <a:gd name="csY2" fmla="*/ 1500273 h 3805437"/>
                      <a:gd name="csX3" fmla="*/ 7254970 w 8399339"/>
                      <a:gd name="csY3" fmla="*/ 1341485 h 3805437"/>
                      <a:gd name="csX4" fmla="*/ 8043435 w 8399339"/>
                      <a:gd name="csY4" fmla="*/ 2880086 h 3805437"/>
                      <a:gd name="csX5" fmla="*/ 5135972 w 8399339"/>
                      <a:gd name="csY5" fmla="*/ 3805437 h 3805437"/>
                      <a:gd name="csX6" fmla="*/ 1686439 w 8399339"/>
                      <a:gd name="csY6" fmla="*/ 3060776 h 3805437"/>
                      <a:gd name="csX7" fmla="*/ 2146376 w 8399339"/>
                      <a:gd name="csY7" fmla="*/ 1122467 h 3805437"/>
                      <a:gd name="csX8" fmla="*/ 7660154 w 8399339"/>
                      <a:gd name="csY8" fmla="*/ 996531 h 3805437"/>
                      <a:gd name="csX9" fmla="*/ 8399339 w 8399339"/>
                      <a:gd name="csY9" fmla="*/ 0 h 3805437"/>
                      <a:gd name="csX0" fmla="*/ 0 w 8399339"/>
                      <a:gd name="csY0" fmla="*/ 1166270 h 3807356"/>
                      <a:gd name="csX1" fmla="*/ 854170 w 8399339"/>
                      <a:gd name="csY1" fmla="*/ 876071 h 3807356"/>
                      <a:gd name="csX2" fmla="*/ 2338017 w 8399339"/>
                      <a:gd name="csY2" fmla="*/ 1500273 h 3807356"/>
                      <a:gd name="csX3" fmla="*/ 7254970 w 8399339"/>
                      <a:gd name="csY3" fmla="*/ 1341485 h 3807356"/>
                      <a:gd name="csX4" fmla="*/ 8043435 w 8399339"/>
                      <a:gd name="csY4" fmla="*/ 2880086 h 3807356"/>
                      <a:gd name="csX5" fmla="*/ 5135972 w 8399339"/>
                      <a:gd name="csY5" fmla="*/ 3805437 h 3807356"/>
                      <a:gd name="csX6" fmla="*/ 1686439 w 8399339"/>
                      <a:gd name="csY6" fmla="*/ 3060776 h 3807356"/>
                      <a:gd name="csX7" fmla="*/ 2146376 w 8399339"/>
                      <a:gd name="csY7" fmla="*/ 1122467 h 3807356"/>
                      <a:gd name="csX8" fmla="*/ 7660154 w 8399339"/>
                      <a:gd name="csY8" fmla="*/ 996531 h 3807356"/>
                      <a:gd name="csX9" fmla="*/ 8399339 w 8399339"/>
                      <a:gd name="csY9" fmla="*/ 0 h 3807356"/>
                      <a:gd name="csX0" fmla="*/ 0 w 8399339"/>
                      <a:gd name="csY0" fmla="*/ 1166270 h 3807356"/>
                      <a:gd name="csX1" fmla="*/ 854170 w 8399339"/>
                      <a:gd name="csY1" fmla="*/ 876071 h 3807356"/>
                      <a:gd name="csX2" fmla="*/ 2338017 w 8399339"/>
                      <a:gd name="csY2" fmla="*/ 1500273 h 3807356"/>
                      <a:gd name="csX3" fmla="*/ 7254970 w 8399339"/>
                      <a:gd name="csY3" fmla="*/ 1341485 h 3807356"/>
                      <a:gd name="csX4" fmla="*/ 8043435 w 8399339"/>
                      <a:gd name="csY4" fmla="*/ 2880086 h 3807356"/>
                      <a:gd name="csX5" fmla="*/ 5135972 w 8399339"/>
                      <a:gd name="csY5" fmla="*/ 3805437 h 3807356"/>
                      <a:gd name="csX6" fmla="*/ 1686439 w 8399339"/>
                      <a:gd name="csY6" fmla="*/ 3060776 h 3807356"/>
                      <a:gd name="csX7" fmla="*/ 2146376 w 8399339"/>
                      <a:gd name="csY7" fmla="*/ 1122467 h 3807356"/>
                      <a:gd name="csX8" fmla="*/ 7660154 w 8399339"/>
                      <a:gd name="csY8" fmla="*/ 996531 h 3807356"/>
                      <a:gd name="csX9" fmla="*/ 8399339 w 8399339"/>
                      <a:gd name="csY9" fmla="*/ 0 h 3807356"/>
                      <a:gd name="csX0" fmla="*/ 0 w 8399339"/>
                      <a:gd name="csY0" fmla="*/ 1166270 h 3809455"/>
                      <a:gd name="csX1" fmla="*/ 854170 w 8399339"/>
                      <a:gd name="csY1" fmla="*/ 876071 h 3809455"/>
                      <a:gd name="csX2" fmla="*/ 2338017 w 8399339"/>
                      <a:gd name="csY2" fmla="*/ 1500273 h 3809455"/>
                      <a:gd name="csX3" fmla="*/ 7254970 w 8399339"/>
                      <a:gd name="csY3" fmla="*/ 1341485 h 3809455"/>
                      <a:gd name="csX4" fmla="*/ 8043435 w 8399339"/>
                      <a:gd name="csY4" fmla="*/ 2880086 h 3809455"/>
                      <a:gd name="csX5" fmla="*/ 5135972 w 8399339"/>
                      <a:gd name="csY5" fmla="*/ 3805437 h 3809455"/>
                      <a:gd name="csX6" fmla="*/ 1686439 w 8399339"/>
                      <a:gd name="csY6" fmla="*/ 3060776 h 3809455"/>
                      <a:gd name="csX7" fmla="*/ 2146376 w 8399339"/>
                      <a:gd name="csY7" fmla="*/ 1122467 h 3809455"/>
                      <a:gd name="csX8" fmla="*/ 7660154 w 8399339"/>
                      <a:gd name="csY8" fmla="*/ 996531 h 3809455"/>
                      <a:gd name="csX9" fmla="*/ 8399339 w 8399339"/>
                      <a:gd name="csY9" fmla="*/ 0 h 3809455"/>
                      <a:gd name="csX0" fmla="*/ 0 w 8399339"/>
                      <a:gd name="csY0" fmla="*/ 1166270 h 3809455"/>
                      <a:gd name="csX1" fmla="*/ 854170 w 8399339"/>
                      <a:gd name="csY1" fmla="*/ 876071 h 3809455"/>
                      <a:gd name="csX2" fmla="*/ 2338017 w 8399339"/>
                      <a:gd name="csY2" fmla="*/ 1500273 h 3809455"/>
                      <a:gd name="csX3" fmla="*/ 7254970 w 8399339"/>
                      <a:gd name="csY3" fmla="*/ 1341485 h 3809455"/>
                      <a:gd name="csX4" fmla="*/ 8043435 w 8399339"/>
                      <a:gd name="csY4" fmla="*/ 2880086 h 3809455"/>
                      <a:gd name="csX5" fmla="*/ 5135972 w 8399339"/>
                      <a:gd name="csY5" fmla="*/ 3805437 h 3809455"/>
                      <a:gd name="csX6" fmla="*/ 1686439 w 8399339"/>
                      <a:gd name="csY6" fmla="*/ 3060776 h 3809455"/>
                      <a:gd name="csX7" fmla="*/ 2146376 w 8399339"/>
                      <a:gd name="csY7" fmla="*/ 1122467 h 3809455"/>
                      <a:gd name="csX8" fmla="*/ 7660154 w 8399339"/>
                      <a:gd name="csY8" fmla="*/ 996531 h 3809455"/>
                      <a:gd name="csX9" fmla="*/ 8399339 w 8399339"/>
                      <a:gd name="csY9" fmla="*/ 0 h 3809455"/>
                      <a:gd name="csX0" fmla="*/ 0 w 8399339"/>
                      <a:gd name="csY0" fmla="*/ 1166270 h 3809455"/>
                      <a:gd name="csX1" fmla="*/ 854170 w 8399339"/>
                      <a:gd name="csY1" fmla="*/ 876071 h 3809455"/>
                      <a:gd name="csX2" fmla="*/ 2338017 w 8399339"/>
                      <a:gd name="csY2" fmla="*/ 1500273 h 3809455"/>
                      <a:gd name="csX3" fmla="*/ 7254970 w 8399339"/>
                      <a:gd name="csY3" fmla="*/ 1341485 h 3809455"/>
                      <a:gd name="csX4" fmla="*/ 8043435 w 8399339"/>
                      <a:gd name="csY4" fmla="*/ 2880086 h 3809455"/>
                      <a:gd name="csX5" fmla="*/ 5135972 w 8399339"/>
                      <a:gd name="csY5" fmla="*/ 3805437 h 3809455"/>
                      <a:gd name="csX6" fmla="*/ 1686439 w 8399339"/>
                      <a:gd name="csY6" fmla="*/ 3060776 h 3809455"/>
                      <a:gd name="csX7" fmla="*/ 2146376 w 8399339"/>
                      <a:gd name="csY7" fmla="*/ 1122467 h 3809455"/>
                      <a:gd name="csX8" fmla="*/ 7660154 w 8399339"/>
                      <a:gd name="csY8" fmla="*/ 996531 h 3809455"/>
                      <a:gd name="csX9" fmla="*/ 8399339 w 8399339"/>
                      <a:gd name="csY9" fmla="*/ 0 h 3809455"/>
                      <a:gd name="csX0" fmla="*/ 0 w 8399339"/>
                      <a:gd name="csY0" fmla="*/ 1166270 h 3810236"/>
                      <a:gd name="csX1" fmla="*/ 854170 w 8399339"/>
                      <a:gd name="csY1" fmla="*/ 876071 h 3810236"/>
                      <a:gd name="csX2" fmla="*/ 2338017 w 8399339"/>
                      <a:gd name="csY2" fmla="*/ 1500273 h 3810236"/>
                      <a:gd name="csX3" fmla="*/ 7254970 w 8399339"/>
                      <a:gd name="csY3" fmla="*/ 1341485 h 3810236"/>
                      <a:gd name="csX4" fmla="*/ 8043435 w 8399339"/>
                      <a:gd name="csY4" fmla="*/ 2880086 h 3810236"/>
                      <a:gd name="csX5" fmla="*/ 5135972 w 8399339"/>
                      <a:gd name="csY5" fmla="*/ 3805437 h 3810236"/>
                      <a:gd name="csX6" fmla="*/ 1686439 w 8399339"/>
                      <a:gd name="csY6" fmla="*/ 3060776 h 3810236"/>
                      <a:gd name="csX7" fmla="*/ 2146376 w 8399339"/>
                      <a:gd name="csY7" fmla="*/ 1122467 h 3810236"/>
                      <a:gd name="csX8" fmla="*/ 7660154 w 8399339"/>
                      <a:gd name="csY8" fmla="*/ 996531 h 3810236"/>
                      <a:gd name="csX9" fmla="*/ 8399339 w 8399339"/>
                      <a:gd name="csY9" fmla="*/ 0 h 3810236"/>
                      <a:gd name="csX0" fmla="*/ 0 w 8399339"/>
                      <a:gd name="csY0" fmla="*/ 1166270 h 3810236"/>
                      <a:gd name="csX1" fmla="*/ 854170 w 8399339"/>
                      <a:gd name="csY1" fmla="*/ 876071 h 3810236"/>
                      <a:gd name="csX2" fmla="*/ 2338017 w 8399339"/>
                      <a:gd name="csY2" fmla="*/ 1500273 h 3810236"/>
                      <a:gd name="csX3" fmla="*/ 7254970 w 8399339"/>
                      <a:gd name="csY3" fmla="*/ 1341485 h 3810236"/>
                      <a:gd name="csX4" fmla="*/ 8043435 w 8399339"/>
                      <a:gd name="csY4" fmla="*/ 2880086 h 3810236"/>
                      <a:gd name="csX5" fmla="*/ 5135972 w 8399339"/>
                      <a:gd name="csY5" fmla="*/ 3805437 h 3810236"/>
                      <a:gd name="csX6" fmla="*/ 1686439 w 8399339"/>
                      <a:gd name="csY6" fmla="*/ 3060776 h 3810236"/>
                      <a:gd name="csX7" fmla="*/ 2146376 w 8399339"/>
                      <a:gd name="csY7" fmla="*/ 1122467 h 3810236"/>
                      <a:gd name="csX8" fmla="*/ 7660154 w 8399339"/>
                      <a:gd name="csY8" fmla="*/ 996531 h 3810236"/>
                      <a:gd name="csX9" fmla="*/ 8399339 w 8399339"/>
                      <a:gd name="csY9" fmla="*/ 0 h 3810236"/>
                      <a:gd name="csX0" fmla="*/ 0 w 8399339"/>
                      <a:gd name="csY0" fmla="*/ 1166270 h 3807366"/>
                      <a:gd name="csX1" fmla="*/ 854170 w 8399339"/>
                      <a:gd name="csY1" fmla="*/ 876071 h 3807366"/>
                      <a:gd name="csX2" fmla="*/ 2338017 w 8399339"/>
                      <a:gd name="csY2" fmla="*/ 1500273 h 3807366"/>
                      <a:gd name="csX3" fmla="*/ 7254970 w 8399339"/>
                      <a:gd name="csY3" fmla="*/ 1341485 h 3807366"/>
                      <a:gd name="csX4" fmla="*/ 8043435 w 8399339"/>
                      <a:gd name="csY4" fmla="*/ 2880086 h 3807366"/>
                      <a:gd name="csX5" fmla="*/ 5135972 w 8399339"/>
                      <a:gd name="csY5" fmla="*/ 3805437 h 3807366"/>
                      <a:gd name="csX6" fmla="*/ 1686439 w 8399339"/>
                      <a:gd name="csY6" fmla="*/ 3060776 h 3807366"/>
                      <a:gd name="csX7" fmla="*/ 2841759 w 8399339"/>
                      <a:gd name="csY7" fmla="*/ 1111516 h 3807366"/>
                      <a:gd name="csX8" fmla="*/ 7660154 w 8399339"/>
                      <a:gd name="csY8" fmla="*/ 996531 h 3807366"/>
                      <a:gd name="csX9" fmla="*/ 8399339 w 8399339"/>
                      <a:gd name="csY9" fmla="*/ 0 h 3807366"/>
                      <a:gd name="csX0" fmla="*/ 0 w 8399339"/>
                      <a:gd name="csY0" fmla="*/ 1166270 h 3807366"/>
                      <a:gd name="csX1" fmla="*/ 854170 w 8399339"/>
                      <a:gd name="csY1" fmla="*/ 876071 h 3807366"/>
                      <a:gd name="csX2" fmla="*/ 2338017 w 8399339"/>
                      <a:gd name="csY2" fmla="*/ 1500273 h 3807366"/>
                      <a:gd name="csX3" fmla="*/ 7254970 w 8399339"/>
                      <a:gd name="csY3" fmla="*/ 1341485 h 3807366"/>
                      <a:gd name="csX4" fmla="*/ 8043435 w 8399339"/>
                      <a:gd name="csY4" fmla="*/ 2880086 h 3807366"/>
                      <a:gd name="csX5" fmla="*/ 5135972 w 8399339"/>
                      <a:gd name="csY5" fmla="*/ 3805437 h 3807366"/>
                      <a:gd name="csX6" fmla="*/ 1686439 w 8399339"/>
                      <a:gd name="csY6" fmla="*/ 3060776 h 3807366"/>
                      <a:gd name="csX7" fmla="*/ 2841759 w 8399339"/>
                      <a:gd name="csY7" fmla="*/ 1111516 h 3807366"/>
                      <a:gd name="csX8" fmla="*/ 7660154 w 8399339"/>
                      <a:gd name="csY8" fmla="*/ 996531 h 3807366"/>
                      <a:gd name="csX9" fmla="*/ 8399339 w 8399339"/>
                      <a:gd name="csY9" fmla="*/ 0 h 3807366"/>
                      <a:gd name="csX0" fmla="*/ 0 w 8399339"/>
                      <a:gd name="csY0" fmla="*/ 1166270 h 3807366"/>
                      <a:gd name="csX1" fmla="*/ 854170 w 8399339"/>
                      <a:gd name="csY1" fmla="*/ 876071 h 3807366"/>
                      <a:gd name="csX2" fmla="*/ 2338017 w 8399339"/>
                      <a:gd name="csY2" fmla="*/ 1500273 h 3807366"/>
                      <a:gd name="csX3" fmla="*/ 7254970 w 8399339"/>
                      <a:gd name="csY3" fmla="*/ 1341485 h 3807366"/>
                      <a:gd name="csX4" fmla="*/ 8043435 w 8399339"/>
                      <a:gd name="csY4" fmla="*/ 2880086 h 3807366"/>
                      <a:gd name="csX5" fmla="*/ 5135972 w 8399339"/>
                      <a:gd name="csY5" fmla="*/ 3805437 h 3807366"/>
                      <a:gd name="csX6" fmla="*/ 1686439 w 8399339"/>
                      <a:gd name="csY6" fmla="*/ 3060776 h 3807366"/>
                      <a:gd name="csX7" fmla="*/ 2841759 w 8399339"/>
                      <a:gd name="csY7" fmla="*/ 1111516 h 3807366"/>
                      <a:gd name="csX8" fmla="*/ 7660154 w 8399339"/>
                      <a:gd name="csY8" fmla="*/ 996531 h 3807366"/>
                      <a:gd name="csX9" fmla="*/ 8399339 w 8399339"/>
                      <a:gd name="csY9" fmla="*/ 0 h 3807366"/>
                      <a:gd name="csX0" fmla="*/ 0 w 8399339"/>
                      <a:gd name="csY0" fmla="*/ 1166270 h 3807366"/>
                      <a:gd name="csX1" fmla="*/ 854170 w 8399339"/>
                      <a:gd name="csY1" fmla="*/ 876071 h 3807366"/>
                      <a:gd name="csX2" fmla="*/ 2338017 w 8399339"/>
                      <a:gd name="csY2" fmla="*/ 1500273 h 3807366"/>
                      <a:gd name="csX3" fmla="*/ 7254970 w 8399339"/>
                      <a:gd name="csY3" fmla="*/ 1341485 h 3807366"/>
                      <a:gd name="csX4" fmla="*/ 8043435 w 8399339"/>
                      <a:gd name="csY4" fmla="*/ 2880086 h 3807366"/>
                      <a:gd name="csX5" fmla="*/ 5135972 w 8399339"/>
                      <a:gd name="csY5" fmla="*/ 3805437 h 3807366"/>
                      <a:gd name="csX6" fmla="*/ 1686439 w 8399339"/>
                      <a:gd name="csY6" fmla="*/ 3060776 h 3807366"/>
                      <a:gd name="csX7" fmla="*/ 2841759 w 8399339"/>
                      <a:gd name="csY7" fmla="*/ 1111516 h 3807366"/>
                      <a:gd name="csX8" fmla="*/ 7660154 w 8399339"/>
                      <a:gd name="csY8" fmla="*/ 996531 h 3807366"/>
                      <a:gd name="csX9" fmla="*/ 8399339 w 8399339"/>
                      <a:gd name="csY9" fmla="*/ 0 h 3807366"/>
                      <a:gd name="csX0" fmla="*/ 0 w 8399339"/>
                      <a:gd name="csY0" fmla="*/ 1166270 h 3807366"/>
                      <a:gd name="csX1" fmla="*/ 854170 w 8399339"/>
                      <a:gd name="csY1" fmla="*/ 876071 h 3807366"/>
                      <a:gd name="csX2" fmla="*/ 2338017 w 8399339"/>
                      <a:gd name="csY2" fmla="*/ 1500273 h 3807366"/>
                      <a:gd name="csX3" fmla="*/ 7254970 w 8399339"/>
                      <a:gd name="csY3" fmla="*/ 1341485 h 3807366"/>
                      <a:gd name="csX4" fmla="*/ 8043435 w 8399339"/>
                      <a:gd name="csY4" fmla="*/ 2880086 h 3807366"/>
                      <a:gd name="csX5" fmla="*/ 5135972 w 8399339"/>
                      <a:gd name="csY5" fmla="*/ 3805437 h 3807366"/>
                      <a:gd name="csX6" fmla="*/ 1686439 w 8399339"/>
                      <a:gd name="csY6" fmla="*/ 3060776 h 3807366"/>
                      <a:gd name="csX7" fmla="*/ 2841759 w 8399339"/>
                      <a:gd name="csY7" fmla="*/ 1111516 h 3807366"/>
                      <a:gd name="csX8" fmla="*/ 7660154 w 8399339"/>
                      <a:gd name="csY8" fmla="*/ 996531 h 3807366"/>
                      <a:gd name="csX9" fmla="*/ 8399339 w 8399339"/>
                      <a:gd name="csY9" fmla="*/ 0 h 3807366"/>
                      <a:gd name="csX0" fmla="*/ 0 w 8399339"/>
                      <a:gd name="csY0" fmla="*/ 1166270 h 3807366"/>
                      <a:gd name="csX1" fmla="*/ 848694 w 8399339"/>
                      <a:gd name="csY1" fmla="*/ 777512 h 3807366"/>
                      <a:gd name="csX2" fmla="*/ 2338017 w 8399339"/>
                      <a:gd name="csY2" fmla="*/ 1500273 h 3807366"/>
                      <a:gd name="csX3" fmla="*/ 7254970 w 8399339"/>
                      <a:gd name="csY3" fmla="*/ 1341485 h 3807366"/>
                      <a:gd name="csX4" fmla="*/ 8043435 w 8399339"/>
                      <a:gd name="csY4" fmla="*/ 2880086 h 3807366"/>
                      <a:gd name="csX5" fmla="*/ 5135972 w 8399339"/>
                      <a:gd name="csY5" fmla="*/ 3805437 h 3807366"/>
                      <a:gd name="csX6" fmla="*/ 1686439 w 8399339"/>
                      <a:gd name="csY6" fmla="*/ 3060776 h 3807366"/>
                      <a:gd name="csX7" fmla="*/ 2841759 w 8399339"/>
                      <a:gd name="csY7" fmla="*/ 1111516 h 3807366"/>
                      <a:gd name="csX8" fmla="*/ 7660154 w 8399339"/>
                      <a:gd name="csY8" fmla="*/ 996531 h 3807366"/>
                      <a:gd name="csX9" fmla="*/ 8399339 w 8399339"/>
                      <a:gd name="csY9" fmla="*/ 0 h 3807366"/>
                      <a:gd name="csX0" fmla="*/ 0 w 8684063"/>
                      <a:gd name="csY0" fmla="*/ 1325058 h 3807366"/>
                      <a:gd name="csX1" fmla="*/ 1133418 w 8684063"/>
                      <a:gd name="csY1" fmla="*/ 777512 h 3807366"/>
                      <a:gd name="csX2" fmla="*/ 2622741 w 8684063"/>
                      <a:gd name="csY2" fmla="*/ 1500273 h 3807366"/>
                      <a:gd name="csX3" fmla="*/ 7539694 w 8684063"/>
                      <a:gd name="csY3" fmla="*/ 1341485 h 3807366"/>
                      <a:gd name="csX4" fmla="*/ 8328159 w 8684063"/>
                      <a:gd name="csY4" fmla="*/ 2880086 h 3807366"/>
                      <a:gd name="csX5" fmla="*/ 5420696 w 8684063"/>
                      <a:gd name="csY5" fmla="*/ 3805437 h 3807366"/>
                      <a:gd name="csX6" fmla="*/ 1971163 w 8684063"/>
                      <a:gd name="csY6" fmla="*/ 3060776 h 3807366"/>
                      <a:gd name="csX7" fmla="*/ 3126483 w 8684063"/>
                      <a:gd name="csY7" fmla="*/ 1111516 h 3807366"/>
                      <a:gd name="csX8" fmla="*/ 7944878 w 8684063"/>
                      <a:gd name="csY8" fmla="*/ 996531 h 3807366"/>
                      <a:gd name="csX9" fmla="*/ 8684063 w 8684063"/>
                      <a:gd name="csY9" fmla="*/ 0 h 3807366"/>
                      <a:gd name="csX0" fmla="*/ 0 w 8684063"/>
                      <a:gd name="csY0" fmla="*/ 1325058 h 3807366"/>
                      <a:gd name="csX1" fmla="*/ 1133418 w 8684063"/>
                      <a:gd name="csY1" fmla="*/ 777512 h 3807366"/>
                      <a:gd name="csX2" fmla="*/ 2622741 w 8684063"/>
                      <a:gd name="csY2" fmla="*/ 1500273 h 3807366"/>
                      <a:gd name="csX3" fmla="*/ 7539694 w 8684063"/>
                      <a:gd name="csY3" fmla="*/ 1341485 h 3807366"/>
                      <a:gd name="csX4" fmla="*/ 8328159 w 8684063"/>
                      <a:gd name="csY4" fmla="*/ 2880086 h 3807366"/>
                      <a:gd name="csX5" fmla="*/ 5420696 w 8684063"/>
                      <a:gd name="csY5" fmla="*/ 3805437 h 3807366"/>
                      <a:gd name="csX6" fmla="*/ 1971163 w 8684063"/>
                      <a:gd name="csY6" fmla="*/ 3060776 h 3807366"/>
                      <a:gd name="csX7" fmla="*/ 3126483 w 8684063"/>
                      <a:gd name="csY7" fmla="*/ 1111516 h 3807366"/>
                      <a:gd name="csX8" fmla="*/ 7944878 w 8684063"/>
                      <a:gd name="csY8" fmla="*/ 996531 h 3807366"/>
                      <a:gd name="csX9" fmla="*/ 8684063 w 8684063"/>
                      <a:gd name="csY9" fmla="*/ 0 h 3807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684063" h="3807366">
                        <a:moveTo>
                          <a:pt x="0" y="1325058"/>
                        </a:moveTo>
                        <a:cubicBezTo>
                          <a:pt x="104033" y="1075012"/>
                          <a:pt x="696295" y="748310"/>
                          <a:pt x="1133418" y="777512"/>
                        </a:cubicBezTo>
                        <a:cubicBezTo>
                          <a:pt x="1570541" y="806714"/>
                          <a:pt x="1555028" y="1406278"/>
                          <a:pt x="2622741" y="1500273"/>
                        </a:cubicBezTo>
                        <a:cubicBezTo>
                          <a:pt x="3690454" y="1594269"/>
                          <a:pt x="6588791" y="1111516"/>
                          <a:pt x="7539694" y="1341485"/>
                        </a:cubicBezTo>
                        <a:cubicBezTo>
                          <a:pt x="8490597" y="1571454"/>
                          <a:pt x="8681325" y="2469427"/>
                          <a:pt x="8328159" y="2880086"/>
                        </a:cubicBezTo>
                        <a:cubicBezTo>
                          <a:pt x="7974993" y="3290745"/>
                          <a:pt x="6480195" y="3775322"/>
                          <a:pt x="5420696" y="3805437"/>
                        </a:cubicBezTo>
                        <a:cubicBezTo>
                          <a:pt x="4361197" y="3835552"/>
                          <a:pt x="2353532" y="3509763"/>
                          <a:pt x="1971163" y="3060776"/>
                        </a:cubicBezTo>
                        <a:cubicBezTo>
                          <a:pt x="1588794" y="2611789"/>
                          <a:pt x="2053296" y="1478371"/>
                          <a:pt x="3126483" y="1111516"/>
                        </a:cubicBezTo>
                        <a:cubicBezTo>
                          <a:pt x="4199670" y="744661"/>
                          <a:pt x="7342579" y="1334184"/>
                          <a:pt x="7944878" y="996531"/>
                        </a:cubicBezTo>
                        <a:cubicBezTo>
                          <a:pt x="8547177" y="658878"/>
                          <a:pt x="8437668" y="332177"/>
                          <a:pt x="8684063" y="0"/>
                        </a:cubicBezTo>
                      </a:path>
                    </a:pathLst>
                  </a:cu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806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DA9BF5F-3E11-5346-84F6-D81A46B261F0}"/>
              </a:ext>
            </a:extLst>
          </p:cNvPr>
          <p:cNvSpPr/>
          <p:nvPr/>
        </p:nvSpPr>
        <p:spPr>
          <a:xfrm>
            <a:off x="121186" y="539605"/>
            <a:ext cx="4153359" cy="19545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F15F85-8435-C378-927F-5EE97288930E}"/>
              </a:ext>
            </a:extLst>
          </p:cNvPr>
          <p:cNvSpPr>
            <a:spLocks noGrp="1"/>
          </p:cNvSpPr>
          <p:nvPr>
            <p:ph type="title"/>
          </p:nvPr>
        </p:nvSpPr>
        <p:spPr>
          <a:xfrm>
            <a:off x="202157" y="854097"/>
            <a:ext cx="4072388" cy="1325563"/>
          </a:xfrm>
        </p:spPr>
        <p:txBody>
          <a:bodyPr/>
          <a:lstStyle/>
          <a:p>
            <a:r>
              <a:rPr lang="en-US" dirty="0">
                <a:solidFill>
                  <a:schemeClr val="bg1"/>
                </a:solidFill>
              </a:rPr>
              <a:t>Study Guide Tools and Steps</a:t>
            </a:r>
          </a:p>
        </p:txBody>
      </p:sp>
      <p:sp>
        <p:nvSpPr>
          <p:cNvPr id="3" name="Content Placeholder 2">
            <a:extLst>
              <a:ext uri="{FF2B5EF4-FFF2-40B4-BE49-F238E27FC236}">
                <a16:creationId xmlns:a16="http://schemas.microsoft.com/office/drawing/2014/main" id="{C2C317A9-FFE6-AAEA-A009-71C549EDAF98}"/>
              </a:ext>
            </a:extLst>
          </p:cNvPr>
          <p:cNvSpPr>
            <a:spLocks noGrp="1"/>
          </p:cNvSpPr>
          <p:nvPr>
            <p:ph idx="1"/>
          </p:nvPr>
        </p:nvSpPr>
        <p:spPr>
          <a:xfrm>
            <a:off x="4800035" y="269617"/>
            <a:ext cx="6854752" cy="6236909"/>
          </a:xfrm>
        </p:spPr>
        <p:txBody>
          <a:bodyPr>
            <a:normAutofit/>
          </a:bodyPr>
          <a:lstStyle/>
          <a:p>
            <a:pPr>
              <a:spcBef>
                <a:spcPts val="600"/>
              </a:spcBef>
              <a:spcAft>
                <a:spcPts val="600"/>
              </a:spcAft>
            </a:pPr>
            <a:r>
              <a:rPr lang="en-US" dirty="0"/>
              <a:t>Use digital resources; download transcripts from past lectures to create a study guide</a:t>
            </a:r>
          </a:p>
          <a:p>
            <a:pPr>
              <a:spcBef>
                <a:spcPts val="600"/>
              </a:spcBef>
              <a:spcAft>
                <a:spcPts val="600"/>
              </a:spcAft>
            </a:pPr>
            <a:r>
              <a:rPr lang="en-US" dirty="0"/>
              <a:t>Use AI tools to create a study guide from the transcript</a:t>
            </a:r>
          </a:p>
          <a:p>
            <a:pPr>
              <a:spcBef>
                <a:spcPts val="600"/>
              </a:spcBef>
              <a:spcAft>
                <a:spcPts val="600"/>
              </a:spcAft>
            </a:pPr>
            <a:r>
              <a:rPr lang="en-US" dirty="0"/>
              <a:t>Additional methods can use the study guide for learning styles that help with understanding and retaining information</a:t>
            </a:r>
          </a:p>
          <a:p>
            <a:pPr lvl="1">
              <a:spcBef>
                <a:spcPts val="600"/>
              </a:spcBef>
              <a:spcAft>
                <a:spcPts val="600"/>
              </a:spcAft>
              <a:buFont typeface="Courier New" panose="02070309020205020404" pitchFamily="49" charset="0"/>
              <a:buChar char="o"/>
            </a:pPr>
            <a:r>
              <a:rPr lang="en-US" dirty="0"/>
              <a:t>Writing out notes from the study guide document</a:t>
            </a:r>
          </a:p>
          <a:p>
            <a:pPr lvl="1">
              <a:spcBef>
                <a:spcPts val="600"/>
              </a:spcBef>
              <a:spcAft>
                <a:spcPts val="600"/>
              </a:spcAft>
              <a:buFont typeface="Courier New" panose="02070309020205020404" pitchFamily="49" charset="0"/>
              <a:buChar char="o"/>
            </a:pPr>
            <a:r>
              <a:rPr lang="en-US" dirty="0"/>
              <a:t>Listening to the notes with screen reading apps</a:t>
            </a:r>
          </a:p>
          <a:p>
            <a:pPr lvl="1">
              <a:spcBef>
                <a:spcPts val="600"/>
              </a:spcBef>
              <a:spcAft>
                <a:spcPts val="600"/>
              </a:spcAft>
              <a:buFont typeface="Courier New" panose="02070309020205020404" pitchFamily="49" charset="0"/>
              <a:buChar char="o"/>
            </a:pPr>
            <a:r>
              <a:rPr lang="en-US" dirty="0"/>
              <a:t>Drawing notes from the audio and/or softcopy of the notes can help to create a custom visual learning guide</a:t>
            </a:r>
          </a:p>
        </p:txBody>
      </p:sp>
      <p:pic>
        <p:nvPicPr>
          <p:cNvPr id="7" name="Graphic 6">
            <a:extLst>
              <a:ext uri="{FF2B5EF4-FFF2-40B4-BE49-F238E27FC236}">
                <a16:creationId xmlns:a16="http://schemas.microsoft.com/office/drawing/2014/main" id="{3ECF2DCE-E99D-7A11-54CD-D18803187F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04207" y="5555436"/>
            <a:ext cx="670955" cy="670955"/>
          </a:xfrm>
          <a:prstGeom prst="rect">
            <a:avLst/>
          </a:prstGeom>
        </p:spPr>
      </p:pic>
      <p:pic>
        <p:nvPicPr>
          <p:cNvPr id="8" name="Graphic 7">
            <a:extLst>
              <a:ext uri="{FF2B5EF4-FFF2-40B4-BE49-F238E27FC236}">
                <a16:creationId xmlns:a16="http://schemas.microsoft.com/office/drawing/2014/main" id="{6DA235EE-88BE-88CA-B718-80DFD8CBD3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04207" y="3720640"/>
            <a:ext cx="690689" cy="633132"/>
          </a:xfrm>
          <a:prstGeom prst="rect">
            <a:avLst/>
          </a:prstGeom>
        </p:spPr>
      </p:pic>
      <p:pic>
        <p:nvPicPr>
          <p:cNvPr id="10" name="Graphic 9">
            <a:extLst>
              <a:ext uri="{FF2B5EF4-FFF2-40B4-BE49-F238E27FC236}">
                <a16:creationId xmlns:a16="http://schemas.microsoft.com/office/drawing/2014/main" id="{C697BA5E-4993-B141-4C0D-E7E0344883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69953" y="4613130"/>
            <a:ext cx="690690" cy="670955"/>
          </a:xfrm>
          <a:prstGeom prst="rect">
            <a:avLst/>
          </a:prstGeom>
        </p:spPr>
      </p:pic>
      <p:sp>
        <p:nvSpPr>
          <p:cNvPr id="11" name="Freeform: Shape 10">
            <a:extLst>
              <a:ext uri="{FF2B5EF4-FFF2-40B4-BE49-F238E27FC236}">
                <a16:creationId xmlns:a16="http://schemas.microsoft.com/office/drawing/2014/main" id="{ABDBFC4E-01BF-E2DC-B9F8-FB9A548AB23E}"/>
              </a:ext>
            </a:extLst>
          </p:cNvPr>
          <p:cNvSpPr/>
          <p:nvPr/>
        </p:nvSpPr>
        <p:spPr>
          <a:xfrm>
            <a:off x="70338" y="11723"/>
            <a:ext cx="12109939" cy="6752698"/>
          </a:xfrm>
          <a:custGeom>
            <a:avLst/>
            <a:gdLst>
              <a:gd name="csX0" fmla="*/ 0 w 12109939"/>
              <a:gd name="csY0" fmla="*/ 0 h 6752698"/>
              <a:gd name="csX1" fmla="*/ 703386 w 12109939"/>
              <a:gd name="csY1" fmla="*/ 3106615 h 6752698"/>
              <a:gd name="csX2" fmla="*/ 3305908 w 12109939"/>
              <a:gd name="csY2" fmla="*/ 3915508 h 6752698"/>
              <a:gd name="csX3" fmla="*/ 4044462 w 12109939"/>
              <a:gd name="csY3" fmla="*/ 4478215 h 6752698"/>
              <a:gd name="csX4" fmla="*/ 4943072 w 12109939"/>
              <a:gd name="csY4" fmla="*/ 4429170 h 6752698"/>
              <a:gd name="csX5" fmla="*/ 4888524 w 12109939"/>
              <a:gd name="csY5" fmla="*/ 3716215 h 6752698"/>
              <a:gd name="csX6" fmla="*/ 4220308 w 12109939"/>
              <a:gd name="csY6" fmla="*/ 3528646 h 6752698"/>
              <a:gd name="csX7" fmla="*/ 3584390 w 12109939"/>
              <a:gd name="csY7" fmla="*/ 4356917 h 6752698"/>
              <a:gd name="csX8" fmla="*/ 3845170 w 12109939"/>
              <a:gd name="csY8" fmla="*/ 5310554 h 6752698"/>
              <a:gd name="csX9" fmla="*/ 4808375 w 12109939"/>
              <a:gd name="csY9" fmla="*/ 5306247 h 6752698"/>
              <a:gd name="csX10" fmla="*/ 4923693 w 12109939"/>
              <a:gd name="csY10" fmla="*/ 4548554 h 6752698"/>
              <a:gd name="csX11" fmla="*/ 3928429 w 12109939"/>
              <a:gd name="csY11" fmla="*/ 4688993 h 6752698"/>
              <a:gd name="csX12" fmla="*/ 3871965 w 12109939"/>
              <a:gd name="csY12" fmla="*/ 6217777 h 6752698"/>
              <a:gd name="csX13" fmla="*/ 4791150 w 12109939"/>
              <a:gd name="csY13" fmla="*/ 6332375 h 6752698"/>
              <a:gd name="csX14" fmla="*/ 4911970 w 12109939"/>
              <a:gd name="csY14" fmla="*/ 5662246 h 6752698"/>
              <a:gd name="csX15" fmla="*/ 4480847 w 12109939"/>
              <a:gd name="csY15" fmla="*/ 5468456 h 6752698"/>
              <a:gd name="csX16" fmla="*/ 3659514 w 12109939"/>
              <a:gd name="csY16" fmla="*/ 5675643 h 6752698"/>
              <a:gd name="csX17" fmla="*/ 3798277 w 12109939"/>
              <a:gd name="csY17" fmla="*/ 6471139 h 6752698"/>
              <a:gd name="csX18" fmla="*/ 5322277 w 12109939"/>
              <a:gd name="csY18" fmla="*/ 6752492 h 6752698"/>
              <a:gd name="csX19" fmla="*/ 12109939 w 12109939"/>
              <a:gd name="csY19" fmla="*/ 6377354 h 6752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109939" h="6752698" extrusionOk="0">
                <a:moveTo>
                  <a:pt x="0" y="0"/>
                </a:moveTo>
                <a:cubicBezTo>
                  <a:pt x="200599" y="2213145"/>
                  <a:pt x="182771" y="2116354"/>
                  <a:pt x="703386" y="3106615"/>
                </a:cubicBezTo>
                <a:cubicBezTo>
                  <a:pt x="1217302" y="4105145"/>
                  <a:pt x="3038236" y="3728622"/>
                  <a:pt x="3305908" y="3915508"/>
                </a:cubicBezTo>
                <a:cubicBezTo>
                  <a:pt x="3365782" y="4042998"/>
                  <a:pt x="3722674" y="4143903"/>
                  <a:pt x="4044462" y="4478215"/>
                </a:cubicBezTo>
                <a:cubicBezTo>
                  <a:pt x="4264880" y="4651686"/>
                  <a:pt x="4816305" y="4562816"/>
                  <a:pt x="4943072" y="4429170"/>
                </a:cubicBezTo>
                <a:cubicBezTo>
                  <a:pt x="5115089" y="4305888"/>
                  <a:pt x="5016106" y="3851647"/>
                  <a:pt x="4888524" y="3716215"/>
                </a:cubicBezTo>
                <a:cubicBezTo>
                  <a:pt x="4724509" y="3558129"/>
                  <a:pt x="4411288" y="3446695"/>
                  <a:pt x="4220308" y="3528646"/>
                </a:cubicBezTo>
                <a:cubicBezTo>
                  <a:pt x="4001957" y="3625941"/>
                  <a:pt x="3580403" y="4048840"/>
                  <a:pt x="3584390" y="4356917"/>
                </a:cubicBezTo>
                <a:cubicBezTo>
                  <a:pt x="3579967" y="4688580"/>
                  <a:pt x="3675510" y="5160588"/>
                  <a:pt x="3845170" y="5310554"/>
                </a:cubicBezTo>
                <a:cubicBezTo>
                  <a:pt x="3995900" y="5460160"/>
                  <a:pt x="4539239" y="5408404"/>
                  <a:pt x="4808375" y="5306247"/>
                </a:cubicBezTo>
                <a:cubicBezTo>
                  <a:pt x="5135076" y="5263293"/>
                  <a:pt x="5073486" y="4683903"/>
                  <a:pt x="4923693" y="4548554"/>
                </a:cubicBezTo>
                <a:cubicBezTo>
                  <a:pt x="4803478" y="4486409"/>
                  <a:pt x="4134252" y="4448192"/>
                  <a:pt x="3928429" y="4688993"/>
                </a:cubicBezTo>
                <a:cubicBezTo>
                  <a:pt x="3787716" y="4936925"/>
                  <a:pt x="3737383" y="5900583"/>
                  <a:pt x="3871965" y="6217777"/>
                </a:cubicBezTo>
                <a:cubicBezTo>
                  <a:pt x="3994715" y="6495128"/>
                  <a:pt x="4614739" y="6422840"/>
                  <a:pt x="4791150" y="6332375"/>
                </a:cubicBezTo>
                <a:cubicBezTo>
                  <a:pt x="4957017" y="6239257"/>
                  <a:pt x="4962873" y="5804573"/>
                  <a:pt x="4911970" y="5662246"/>
                </a:cubicBezTo>
                <a:cubicBezTo>
                  <a:pt x="4862344" y="5489975"/>
                  <a:pt x="4671422" y="5476832"/>
                  <a:pt x="4480847" y="5468456"/>
                </a:cubicBezTo>
                <a:cubicBezTo>
                  <a:pt x="4253422" y="5504094"/>
                  <a:pt x="3783285" y="5515966"/>
                  <a:pt x="3659514" y="5675643"/>
                </a:cubicBezTo>
                <a:cubicBezTo>
                  <a:pt x="3543850" y="5887972"/>
                  <a:pt x="3547764" y="6275877"/>
                  <a:pt x="3798277" y="6471139"/>
                </a:cubicBezTo>
                <a:cubicBezTo>
                  <a:pt x="4041502" y="6704435"/>
                  <a:pt x="4699530" y="6748595"/>
                  <a:pt x="5322277" y="6752492"/>
                </a:cubicBezTo>
                <a:cubicBezTo>
                  <a:pt x="5910033" y="6793945"/>
                  <a:pt x="9772112" y="6651463"/>
                  <a:pt x="12109939" y="6377354"/>
                </a:cubicBezTo>
              </a:path>
            </a:pathLst>
          </a:custGeom>
          <a:noFill/>
          <a:ln w="25400" cap="rnd">
            <a:prstDash val="sysDash"/>
            <a:extLst>
              <a:ext uri="{C807C97D-BFC1-408E-A445-0C87EB9F89A2}">
                <ask:lineSketchStyleProps xmlns:ask="http://schemas.microsoft.com/office/drawing/2018/sketchyshapes" sd="1219033472">
                  <a:custGeom>
                    <a:avLst/>
                    <a:gdLst>
                      <a:gd name="csX0" fmla="*/ 0 w 12109939"/>
                      <a:gd name="csY0" fmla="*/ 0 h 6752492"/>
                      <a:gd name="csX1" fmla="*/ 1230924 w 12109939"/>
                      <a:gd name="csY1" fmla="*/ 2754923 h 6752492"/>
                      <a:gd name="csX2" fmla="*/ 3305908 w 12109939"/>
                      <a:gd name="csY2" fmla="*/ 3915508 h 6752492"/>
                      <a:gd name="csX3" fmla="*/ 4044462 w 12109939"/>
                      <a:gd name="csY3" fmla="*/ 4478215 h 6752492"/>
                      <a:gd name="csX4" fmla="*/ 4911970 w 12109939"/>
                      <a:gd name="csY4" fmla="*/ 4466492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1230924 w 12109939"/>
                      <a:gd name="csY1" fmla="*/ 2754923 h 6752492"/>
                      <a:gd name="csX2" fmla="*/ 3305908 w 12109939"/>
                      <a:gd name="csY2" fmla="*/ 3915508 h 6752492"/>
                      <a:gd name="csX3" fmla="*/ 4044462 w 12109939"/>
                      <a:gd name="csY3" fmla="*/ 4478215 h 6752492"/>
                      <a:gd name="csX4" fmla="*/ 4911970 w 12109939"/>
                      <a:gd name="csY4" fmla="*/ 4466492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1230924 w 12109939"/>
                      <a:gd name="csY1" fmla="*/ 2754923 h 6752492"/>
                      <a:gd name="csX2" fmla="*/ 3305908 w 12109939"/>
                      <a:gd name="csY2" fmla="*/ 3915508 h 6752492"/>
                      <a:gd name="csX3" fmla="*/ 4044462 w 12109939"/>
                      <a:gd name="csY3" fmla="*/ 4478215 h 6752492"/>
                      <a:gd name="csX4" fmla="*/ 4911970 w 12109939"/>
                      <a:gd name="csY4" fmla="*/ 4466492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11970 w 12109939"/>
                      <a:gd name="csY4" fmla="*/ 4466492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11970 w 12109939"/>
                      <a:gd name="csY4" fmla="*/ 4466492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11970 w 12109939"/>
                      <a:gd name="csY4" fmla="*/ 4466492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11970 w 12109939"/>
                      <a:gd name="csY4" fmla="*/ 4466492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11970 w 12109939"/>
                      <a:gd name="csY4" fmla="*/ 4466492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11970 w 12109939"/>
                      <a:gd name="csY4" fmla="*/ 4466492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899529 w 12109939"/>
                      <a:gd name="csY4" fmla="*/ 443539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899529 w 12109939"/>
                      <a:gd name="csY4" fmla="*/ 443539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899529 w 12109939"/>
                      <a:gd name="csY4" fmla="*/ 443539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09293 w 12109939"/>
                      <a:gd name="csY11" fmla="*/ 4489939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634154 w 12109939"/>
                      <a:gd name="csY7" fmla="*/ 4325815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22431 w 12109939"/>
                      <a:gd name="csY12" fmla="*/ 5134708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97076 w 12109939"/>
                      <a:gd name="csY12" fmla="*/ 4966757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97076 w 12109939"/>
                      <a:gd name="csY12" fmla="*/ 4966757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697076 w 12109939"/>
                      <a:gd name="csY12" fmla="*/ 4966757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846365 w 12109939"/>
                      <a:gd name="csY12" fmla="*/ 4991639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846365 w 12109939"/>
                      <a:gd name="csY12" fmla="*/ 4991639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846365 w 12109939"/>
                      <a:gd name="csY12" fmla="*/ 4991639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846365 w 12109939"/>
                      <a:gd name="csY12" fmla="*/ 4991639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902348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76800 w 12109939"/>
                      <a:gd name="csY9" fmla="*/ 5380892 h 6752492"/>
                      <a:gd name="csX10" fmla="*/ 4923693 w 12109939"/>
                      <a:gd name="csY10" fmla="*/ 4548554 h 6752492"/>
                      <a:gd name="csX11" fmla="*/ 4027955 w 12109939"/>
                      <a:gd name="csY11" fmla="*/ 4570805 h 6752492"/>
                      <a:gd name="csX12" fmla="*/ 3902348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902348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902348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865026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865026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865026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865026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865026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865026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865026 w 12109939"/>
                      <a:gd name="csY12" fmla="*/ 5010300 h 6752492"/>
                      <a:gd name="csX13" fmla="*/ 3915508 w 12109939"/>
                      <a:gd name="csY13" fmla="*/ 6342185 h 6752492"/>
                      <a:gd name="csX14" fmla="*/ 4853354 w 12109939"/>
                      <a:gd name="csY14" fmla="*/ 6400800 h 6752492"/>
                      <a:gd name="csX15" fmla="*/ 4911970 w 12109939"/>
                      <a:gd name="csY15" fmla="*/ 5662246 h 6752492"/>
                      <a:gd name="csX16" fmla="*/ 4536831 w 12109939"/>
                      <a:gd name="csY16" fmla="*/ 5474677 h 6752492"/>
                      <a:gd name="csX17" fmla="*/ 3727939 w 12109939"/>
                      <a:gd name="csY17" fmla="*/ 5545015 h 6752492"/>
                      <a:gd name="csX18" fmla="*/ 3458308 w 12109939"/>
                      <a:gd name="csY18" fmla="*/ 5884985 h 6752492"/>
                      <a:gd name="csX19" fmla="*/ 3798277 w 12109939"/>
                      <a:gd name="csY19" fmla="*/ 6471139 h 6752492"/>
                      <a:gd name="csX20" fmla="*/ 5322277 w 12109939"/>
                      <a:gd name="csY20" fmla="*/ 6752492 h 6752492"/>
                      <a:gd name="csX21" fmla="*/ 12109939 w 12109939"/>
                      <a:gd name="csY21"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4027955 w 12109939"/>
                      <a:gd name="csY11" fmla="*/ 4570805 h 6752492"/>
                      <a:gd name="csX12" fmla="*/ 3915508 w 12109939"/>
                      <a:gd name="csY12" fmla="*/ 6342185 h 6752492"/>
                      <a:gd name="csX13" fmla="*/ 4853354 w 12109939"/>
                      <a:gd name="csY13" fmla="*/ 6400800 h 6752492"/>
                      <a:gd name="csX14" fmla="*/ 4911970 w 12109939"/>
                      <a:gd name="csY14" fmla="*/ 5662246 h 6752492"/>
                      <a:gd name="csX15" fmla="*/ 4536831 w 12109939"/>
                      <a:gd name="csY15" fmla="*/ 5474677 h 6752492"/>
                      <a:gd name="csX16" fmla="*/ 3727939 w 12109939"/>
                      <a:gd name="csY16" fmla="*/ 5545015 h 6752492"/>
                      <a:gd name="csX17" fmla="*/ 3458308 w 12109939"/>
                      <a:gd name="csY17" fmla="*/ 5884985 h 6752492"/>
                      <a:gd name="csX18" fmla="*/ 3798277 w 12109939"/>
                      <a:gd name="csY18" fmla="*/ 6471139 h 6752492"/>
                      <a:gd name="csX19" fmla="*/ 5322277 w 12109939"/>
                      <a:gd name="csY19" fmla="*/ 6752492 h 6752492"/>
                      <a:gd name="csX20" fmla="*/ 12109939 w 12109939"/>
                      <a:gd name="csY20"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3928429 w 12109939"/>
                      <a:gd name="csY11" fmla="*/ 4688993 h 6752492"/>
                      <a:gd name="csX12" fmla="*/ 3915508 w 12109939"/>
                      <a:gd name="csY12" fmla="*/ 6342185 h 6752492"/>
                      <a:gd name="csX13" fmla="*/ 4853354 w 12109939"/>
                      <a:gd name="csY13" fmla="*/ 6400800 h 6752492"/>
                      <a:gd name="csX14" fmla="*/ 4911970 w 12109939"/>
                      <a:gd name="csY14" fmla="*/ 5662246 h 6752492"/>
                      <a:gd name="csX15" fmla="*/ 4536831 w 12109939"/>
                      <a:gd name="csY15" fmla="*/ 5474677 h 6752492"/>
                      <a:gd name="csX16" fmla="*/ 3727939 w 12109939"/>
                      <a:gd name="csY16" fmla="*/ 5545015 h 6752492"/>
                      <a:gd name="csX17" fmla="*/ 3458308 w 12109939"/>
                      <a:gd name="csY17" fmla="*/ 5884985 h 6752492"/>
                      <a:gd name="csX18" fmla="*/ 3798277 w 12109939"/>
                      <a:gd name="csY18" fmla="*/ 6471139 h 6752492"/>
                      <a:gd name="csX19" fmla="*/ 5322277 w 12109939"/>
                      <a:gd name="csY19" fmla="*/ 6752492 h 6752492"/>
                      <a:gd name="csX20" fmla="*/ 12109939 w 12109939"/>
                      <a:gd name="csY20"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3928429 w 12109939"/>
                      <a:gd name="csY11" fmla="*/ 4688993 h 6752492"/>
                      <a:gd name="csX12" fmla="*/ 3915508 w 12109939"/>
                      <a:gd name="csY12" fmla="*/ 6342185 h 6752492"/>
                      <a:gd name="csX13" fmla="*/ 4791150 w 12109939"/>
                      <a:gd name="csY13" fmla="*/ 6332375 h 6752492"/>
                      <a:gd name="csX14" fmla="*/ 4911970 w 12109939"/>
                      <a:gd name="csY14" fmla="*/ 5662246 h 6752492"/>
                      <a:gd name="csX15" fmla="*/ 4536831 w 12109939"/>
                      <a:gd name="csY15" fmla="*/ 5474677 h 6752492"/>
                      <a:gd name="csX16" fmla="*/ 3727939 w 12109939"/>
                      <a:gd name="csY16" fmla="*/ 5545015 h 6752492"/>
                      <a:gd name="csX17" fmla="*/ 3458308 w 12109939"/>
                      <a:gd name="csY17" fmla="*/ 5884985 h 6752492"/>
                      <a:gd name="csX18" fmla="*/ 3798277 w 12109939"/>
                      <a:gd name="csY18" fmla="*/ 6471139 h 6752492"/>
                      <a:gd name="csX19" fmla="*/ 5322277 w 12109939"/>
                      <a:gd name="csY19" fmla="*/ 6752492 h 6752492"/>
                      <a:gd name="csX20" fmla="*/ 12109939 w 12109939"/>
                      <a:gd name="csY20"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3928429 w 12109939"/>
                      <a:gd name="csY11" fmla="*/ 4688993 h 6752492"/>
                      <a:gd name="csX12" fmla="*/ 3871965 w 12109939"/>
                      <a:gd name="csY12" fmla="*/ 6217777 h 6752492"/>
                      <a:gd name="csX13" fmla="*/ 4791150 w 12109939"/>
                      <a:gd name="csY13" fmla="*/ 6332375 h 6752492"/>
                      <a:gd name="csX14" fmla="*/ 4911970 w 12109939"/>
                      <a:gd name="csY14" fmla="*/ 5662246 h 6752492"/>
                      <a:gd name="csX15" fmla="*/ 4536831 w 12109939"/>
                      <a:gd name="csY15" fmla="*/ 5474677 h 6752492"/>
                      <a:gd name="csX16" fmla="*/ 3727939 w 12109939"/>
                      <a:gd name="csY16" fmla="*/ 5545015 h 6752492"/>
                      <a:gd name="csX17" fmla="*/ 3458308 w 12109939"/>
                      <a:gd name="csY17" fmla="*/ 5884985 h 6752492"/>
                      <a:gd name="csX18" fmla="*/ 3798277 w 12109939"/>
                      <a:gd name="csY18" fmla="*/ 6471139 h 6752492"/>
                      <a:gd name="csX19" fmla="*/ 5322277 w 12109939"/>
                      <a:gd name="csY19" fmla="*/ 6752492 h 6752492"/>
                      <a:gd name="csX20" fmla="*/ 12109939 w 12109939"/>
                      <a:gd name="csY20"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3928429 w 12109939"/>
                      <a:gd name="csY11" fmla="*/ 4688993 h 6752492"/>
                      <a:gd name="csX12" fmla="*/ 3871965 w 12109939"/>
                      <a:gd name="csY12" fmla="*/ 6217777 h 6752492"/>
                      <a:gd name="csX13" fmla="*/ 4791150 w 12109939"/>
                      <a:gd name="csY13" fmla="*/ 6332375 h 6752492"/>
                      <a:gd name="csX14" fmla="*/ 4911970 w 12109939"/>
                      <a:gd name="csY14" fmla="*/ 5662246 h 6752492"/>
                      <a:gd name="csX15" fmla="*/ 4536831 w 12109939"/>
                      <a:gd name="csY15" fmla="*/ 5474677 h 6752492"/>
                      <a:gd name="csX16" fmla="*/ 3727939 w 12109939"/>
                      <a:gd name="csY16" fmla="*/ 5545015 h 6752492"/>
                      <a:gd name="csX17" fmla="*/ 3458308 w 12109939"/>
                      <a:gd name="csY17" fmla="*/ 5884985 h 6752492"/>
                      <a:gd name="csX18" fmla="*/ 3798277 w 12109939"/>
                      <a:gd name="csY18" fmla="*/ 6471139 h 6752492"/>
                      <a:gd name="csX19" fmla="*/ 5322277 w 12109939"/>
                      <a:gd name="csY19" fmla="*/ 6752492 h 6752492"/>
                      <a:gd name="csX20" fmla="*/ 12109939 w 12109939"/>
                      <a:gd name="csY20"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3928429 w 12109939"/>
                      <a:gd name="csY11" fmla="*/ 4688993 h 6752492"/>
                      <a:gd name="csX12" fmla="*/ 3871965 w 12109939"/>
                      <a:gd name="csY12" fmla="*/ 6217777 h 6752492"/>
                      <a:gd name="csX13" fmla="*/ 4791150 w 12109939"/>
                      <a:gd name="csY13" fmla="*/ 6332375 h 6752492"/>
                      <a:gd name="csX14" fmla="*/ 4911970 w 12109939"/>
                      <a:gd name="csY14" fmla="*/ 5662246 h 6752492"/>
                      <a:gd name="csX15" fmla="*/ 4536831 w 12109939"/>
                      <a:gd name="csY15" fmla="*/ 5474677 h 6752492"/>
                      <a:gd name="csX16" fmla="*/ 3727939 w 12109939"/>
                      <a:gd name="csY16" fmla="*/ 5545015 h 6752492"/>
                      <a:gd name="csX17" fmla="*/ 3458308 w 12109939"/>
                      <a:gd name="csY17" fmla="*/ 5884985 h 6752492"/>
                      <a:gd name="csX18" fmla="*/ 3798277 w 12109939"/>
                      <a:gd name="csY18" fmla="*/ 6471139 h 6752492"/>
                      <a:gd name="csX19" fmla="*/ 5322277 w 12109939"/>
                      <a:gd name="csY19" fmla="*/ 6752492 h 6752492"/>
                      <a:gd name="csX20" fmla="*/ 12109939 w 12109939"/>
                      <a:gd name="csY20" fmla="*/ 6377354 h 6752492"/>
                      <a:gd name="csX0" fmla="*/ 0 w 12109939"/>
                      <a:gd name="csY0" fmla="*/ 0 h 6752492"/>
                      <a:gd name="csX1" fmla="*/ 703386 w 12109939"/>
                      <a:gd name="csY1" fmla="*/ 3106615 h 6752492"/>
                      <a:gd name="csX2" fmla="*/ 3305908 w 12109939"/>
                      <a:gd name="csY2" fmla="*/ 3915508 h 6752492"/>
                      <a:gd name="csX3" fmla="*/ 4044462 w 12109939"/>
                      <a:gd name="csY3" fmla="*/ 4478215 h 6752492"/>
                      <a:gd name="csX4" fmla="*/ 4943072 w 12109939"/>
                      <a:gd name="csY4" fmla="*/ 4429170 h 6752492"/>
                      <a:gd name="csX5" fmla="*/ 4888524 w 12109939"/>
                      <a:gd name="csY5" fmla="*/ 3716215 h 6752492"/>
                      <a:gd name="csX6" fmla="*/ 4220308 w 12109939"/>
                      <a:gd name="csY6" fmla="*/ 3528646 h 6752492"/>
                      <a:gd name="csX7" fmla="*/ 3584390 w 12109939"/>
                      <a:gd name="csY7" fmla="*/ 4356917 h 6752492"/>
                      <a:gd name="csX8" fmla="*/ 3845170 w 12109939"/>
                      <a:gd name="csY8" fmla="*/ 5310554 h 6752492"/>
                      <a:gd name="csX9" fmla="*/ 4808375 w 12109939"/>
                      <a:gd name="csY9" fmla="*/ 5306247 h 6752492"/>
                      <a:gd name="csX10" fmla="*/ 4923693 w 12109939"/>
                      <a:gd name="csY10" fmla="*/ 4548554 h 6752492"/>
                      <a:gd name="csX11" fmla="*/ 3928429 w 12109939"/>
                      <a:gd name="csY11" fmla="*/ 4688993 h 6752492"/>
                      <a:gd name="csX12" fmla="*/ 3871965 w 12109939"/>
                      <a:gd name="csY12" fmla="*/ 6217777 h 6752492"/>
                      <a:gd name="csX13" fmla="*/ 4791150 w 12109939"/>
                      <a:gd name="csY13" fmla="*/ 6332375 h 6752492"/>
                      <a:gd name="csX14" fmla="*/ 4911970 w 12109939"/>
                      <a:gd name="csY14" fmla="*/ 5662246 h 6752492"/>
                      <a:gd name="csX15" fmla="*/ 4536831 w 12109939"/>
                      <a:gd name="csY15" fmla="*/ 5474677 h 6752492"/>
                      <a:gd name="csX16" fmla="*/ 3727939 w 12109939"/>
                      <a:gd name="csY16" fmla="*/ 5545015 h 6752492"/>
                      <a:gd name="csX17" fmla="*/ 3458308 w 12109939"/>
                      <a:gd name="csY17" fmla="*/ 5884985 h 6752492"/>
                      <a:gd name="csX18" fmla="*/ 3798277 w 12109939"/>
                      <a:gd name="csY18" fmla="*/ 6471139 h 6752492"/>
                      <a:gd name="csX19" fmla="*/ 5322277 w 12109939"/>
                      <a:gd name="csY19" fmla="*/ 6752492 h 6752492"/>
                      <a:gd name="csX20" fmla="*/ 12109939 w 12109939"/>
                      <a:gd name="csY20" fmla="*/ 6377354 h 6752492"/>
                      <a:gd name="csX0" fmla="*/ 0 w 12109939"/>
                      <a:gd name="csY0" fmla="*/ 0 h 6768488"/>
                      <a:gd name="csX1" fmla="*/ 703386 w 12109939"/>
                      <a:gd name="csY1" fmla="*/ 3106615 h 6768488"/>
                      <a:gd name="csX2" fmla="*/ 3305908 w 12109939"/>
                      <a:gd name="csY2" fmla="*/ 3915508 h 6768488"/>
                      <a:gd name="csX3" fmla="*/ 4044462 w 12109939"/>
                      <a:gd name="csY3" fmla="*/ 4478215 h 6768488"/>
                      <a:gd name="csX4" fmla="*/ 4943072 w 12109939"/>
                      <a:gd name="csY4" fmla="*/ 4429170 h 6768488"/>
                      <a:gd name="csX5" fmla="*/ 4888524 w 12109939"/>
                      <a:gd name="csY5" fmla="*/ 3716215 h 6768488"/>
                      <a:gd name="csX6" fmla="*/ 4220308 w 12109939"/>
                      <a:gd name="csY6" fmla="*/ 3528646 h 6768488"/>
                      <a:gd name="csX7" fmla="*/ 3584390 w 12109939"/>
                      <a:gd name="csY7" fmla="*/ 4356917 h 6768488"/>
                      <a:gd name="csX8" fmla="*/ 3845170 w 12109939"/>
                      <a:gd name="csY8" fmla="*/ 5310554 h 6768488"/>
                      <a:gd name="csX9" fmla="*/ 4808375 w 12109939"/>
                      <a:gd name="csY9" fmla="*/ 5306247 h 6768488"/>
                      <a:gd name="csX10" fmla="*/ 4923693 w 12109939"/>
                      <a:gd name="csY10" fmla="*/ 4548554 h 6768488"/>
                      <a:gd name="csX11" fmla="*/ 3928429 w 12109939"/>
                      <a:gd name="csY11" fmla="*/ 4688993 h 6768488"/>
                      <a:gd name="csX12" fmla="*/ 3871965 w 12109939"/>
                      <a:gd name="csY12" fmla="*/ 6217777 h 6768488"/>
                      <a:gd name="csX13" fmla="*/ 4791150 w 12109939"/>
                      <a:gd name="csY13" fmla="*/ 6332375 h 6768488"/>
                      <a:gd name="csX14" fmla="*/ 4911970 w 12109939"/>
                      <a:gd name="csY14" fmla="*/ 5662246 h 6768488"/>
                      <a:gd name="csX15" fmla="*/ 4536831 w 12109939"/>
                      <a:gd name="csY15" fmla="*/ 5474677 h 6768488"/>
                      <a:gd name="csX16" fmla="*/ 3727939 w 12109939"/>
                      <a:gd name="csY16" fmla="*/ 5545015 h 6768488"/>
                      <a:gd name="csX17" fmla="*/ 3458308 w 12109939"/>
                      <a:gd name="csY17" fmla="*/ 5884985 h 6768488"/>
                      <a:gd name="csX18" fmla="*/ 3798277 w 12109939"/>
                      <a:gd name="csY18" fmla="*/ 6471139 h 6768488"/>
                      <a:gd name="csX19" fmla="*/ 5322277 w 12109939"/>
                      <a:gd name="csY19" fmla="*/ 6752492 h 6768488"/>
                      <a:gd name="csX20" fmla="*/ 12109939 w 12109939"/>
                      <a:gd name="csY20" fmla="*/ 6377354 h 6768488"/>
                      <a:gd name="csX0" fmla="*/ 0 w 12109939"/>
                      <a:gd name="csY0" fmla="*/ 0 h 6752620"/>
                      <a:gd name="csX1" fmla="*/ 703386 w 12109939"/>
                      <a:gd name="csY1" fmla="*/ 3106615 h 6752620"/>
                      <a:gd name="csX2" fmla="*/ 3305908 w 12109939"/>
                      <a:gd name="csY2" fmla="*/ 3915508 h 6752620"/>
                      <a:gd name="csX3" fmla="*/ 4044462 w 12109939"/>
                      <a:gd name="csY3" fmla="*/ 4478215 h 6752620"/>
                      <a:gd name="csX4" fmla="*/ 4943072 w 12109939"/>
                      <a:gd name="csY4" fmla="*/ 4429170 h 6752620"/>
                      <a:gd name="csX5" fmla="*/ 4888524 w 12109939"/>
                      <a:gd name="csY5" fmla="*/ 3716215 h 6752620"/>
                      <a:gd name="csX6" fmla="*/ 4220308 w 12109939"/>
                      <a:gd name="csY6" fmla="*/ 3528646 h 6752620"/>
                      <a:gd name="csX7" fmla="*/ 3584390 w 12109939"/>
                      <a:gd name="csY7" fmla="*/ 4356917 h 6752620"/>
                      <a:gd name="csX8" fmla="*/ 3845170 w 12109939"/>
                      <a:gd name="csY8" fmla="*/ 5310554 h 6752620"/>
                      <a:gd name="csX9" fmla="*/ 4808375 w 12109939"/>
                      <a:gd name="csY9" fmla="*/ 5306247 h 6752620"/>
                      <a:gd name="csX10" fmla="*/ 4923693 w 12109939"/>
                      <a:gd name="csY10" fmla="*/ 4548554 h 6752620"/>
                      <a:gd name="csX11" fmla="*/ 3928429 w 12109939"/>
                      <a:gd name="csY11" fmla="*/ 4688993 h 6752620"/>
                      <a:gd name="csX12" fmla="*/ 3871965 w 12109939"/>
                      <a:gd name="csY12" fmla="*/ 6217777 h 6752620"/>
                      <a:gd name="csX13" fmla="*/ 4791150 w 12109939"/>
                      <a:gd name="csY13" fmla="*/ 6332375 h 6752620"/>
                      <a:gd name="csX14" fmla="*/ 4911970 w 12109939"/>
                      <a:gd name="csY14" fmla="*/ 5662246 h 6752620"/>
                      <a:gd name="csX15" fmla="*/ 4536831 w 12109939"/>
                      <a:gd name="csY15" fmla="*/ 5474677 h 6752620"/>
                      <a:gd name="csX16" fmla="*/ 3727939 w 12109939"/>
                      <a:gd name="csY16" fmla="*/ 5545015 h 6752620"/>
                      <a:gd name="csX17" fmla="*/ 3458308 w 12109939"/>
                      <a:gd name="csY17" fmla="*/ 5884985 h 6752620"/>
                      <a:gd name="csX18" fmla="*/ 3798277 w 12109939"/>
                      <a:gd name="csY18" fmla="*/ 6471139 h 6752620"/>
                      <a:gd name="csX19" fmla="*/ 5322277 w 12109939"/>
                      <a:gd name="csY19" fmla="*/ 6752492 h 6752620"/>
                      <a:gd name="csX20" fmla="*/ 12109939 w 12109939"/>
                      <a:gd name="csY20" fmla="*/ 6377354 h 6752620"/>
                      <a:gd name="csX0" fmla="*/ 0 w 12109939"/>
                      <a:gd name="csY0" fmla="*/ 0 h 6752620"/>
                      <a:gd name="csX1" fmla="*/ 703386 w 12109939"/>
                      <a:gd name="csY1" fmla="*/ 3106615 h 6752620"/>
                      <a:gd name="csX2" fmla="*/ 3305908 w 12109939"/>
                      <a:gd name="csY2" fmla="*/ 3915508 h 6752620"/>
                      <a:gd name="csX3" fmla="*/ 4044462 w 12109939"/>
                      <a:gd name="csY3" fmla="*/ 4478215 h 6752620"/>
                      <a:gd name="csX4" fmla="*/ 4943072 w 12109939"/>
                      <a:gd name="csY4" fmla="*/ 4429170 h 6752620"/>
                      <a:gd name="csX5" fmla="*/ 4888524 w 12109939"/>
                      <a:gd name="csY5" fmla="*/ 3716215 h 6752620"/>
                      <a:gd name="csX6" fmla="*/ 4220308 w 12109939"/>
                      <a:gd name="csY6" fmla="*/ 3528646 h 6752620"/>
                      <a:gd name="csX7" fmla="*/ 3584390 w 12109939"/>
                      <a:gd name="csY7" fmla="*/ 4356917 h 6752620"/>
                      <a:gd name="csX8" fmla="*/ 3845170 w 12109939"/>
                      <a:gd name="csY8" fmla="*/ 5310554 h 6752620"/>
                      <a:gd name="csX9" fmla="*/ 4808375 w 12109939"/>
                      <a:gd name="csY9" fmla="*/ 5306247 h 6752620"/>
                      <a:gd name="csX10" fmla="*/ 4923693 w 12109939"/>
                      <a:gd name="csY10" fmla="*/ 4548554 h 6752620"/>
                      <a:gd name="csX11" fmla="*/ 3928429 w 12109939"/>
                      <a:gd name="csY11" fmla="*/ 4688993 h 6752620"/>
                      <a:gd name="csX12" fmla="*/ 3871965 w 12109939"/>
                      <a:gd name="csY12" fmla="*/ 6217777 h 6752620"/>
                      <a:gd name="csX13" fmla="*/ 4791150 w 12109939"/>
                      <a:gd name="csY13" fmla="*/ 6332375 h 6752620"/>
                      <a:gd name="csX14" fmla="*/ 4911970 w 12109939"/>
                      <a:gd name="csY14" fmla="*/ 5662246 h 6752620"/>
                      <a:gd name="csX15" fmla="*/ 4536831 w 12109939"/>
                      <a:gd name="csY15" fmla="*/ 5474677 h 6752620"/>
                      <a:gd name="csX16" fmla="*/ 3727939 w 12109939"/>
                      <a:gd name="csY16" fmla="*/ 5545015 h 6752620"/>
                      <a:gd name="csX17" fmla="*/ 3798277 w 12109939"/>
                      <a:gd name="csY17" fmla="*/ 6471139 h 6752620"/>
                      <a:gd name="csX18" fmla="*/ 5322277 w 12109939"/>
                      <a:gd name="csY18" fmla="*/ 6752492 h 6752620"/>
                      <a:gd name="csX19" fmla="*/ 12109939 w 12109939"/>
                      <a:gd name="csY19" fmla="*/ 6377354 h 6752620"/>
                      <a:gd name="csX0" fmla="*/ 0 w 12109939"/>
                      <a:gd name="csY0" fmla="*/ 0 h 6752620"/>
                      <a:gd name="csX1" fmla="*/ 703386 w 12109939"/>
                      <a:gd name="csY1" fmla="*/ 3106615 h 6752620"/>
                      <a:gd name="csX2" fmla="*/ 3305908 w 12109939"/>
                      <a:gd name="csY2" fmla="*/ 3915508 h 6752620"/>
                      <a:gd name="csX3" fmla="*/ 4044462 w 12109939"/>
                      <a:gd name="csY3" fmla="*/ 4478215 h 6752620"/>
                      <a:gd name="csX4" fmla="*/ 4943072 w 12109939"/>
                      <a:gd name="csY4" fmla="*/ 4429170 h 6752620"/>
                      <a:gd name="csX5" fmla="*/ 4888524 w 12109939"/>
                      <a:gd name="csY5" fmla="*/ 3716215 h 6752620"/>
                      <a:gd name="csX6" fmla="*/ 4220308 w 12109939"/>
                      <a:gd name="csY6" fmla="*/ 3528646 h 6752620"/>
                      <a:gd name="csX7" fmla="*/ 3584390 w 12109939"/>
                      <a:gd name="csY7" fmla="*/ 4356917 h 6752620"/>
                      <a:gd name="csX8" fmla="*/ 3845170 w 12109939"/>
                      <a:gd name="csY8" fmla="*/ 5310554 h 6752620"/>
                      <a:gd name="csX9" fmla="*/ 4808375 w 12109939"/>
                      <a:gd name="csY9" fmla="*/ 5306247 h 6752620"/>
                      <a:gd name="csX10" fmla="*/ 4923693 w 12109939"/>
                      <a:gd name="csY10" fmla="*/ 4548554 h 6752620"/>
                      <a:gd name="csX11" fmla="*/ 3928429 w 12109939"/>
                      <a:gd name="csY11" fmla="*/ 4688993 h 6752620"/>
                      <a:gd name="csX12" fmla="*/ 3871965 w 12109939"/>
                      <a:gd name="csY12" fmla="*/ 6217777 h 6752620"/>
                      <a:gd name="csX13" fmla="*/ 4791150 w 12109939"/>
                      <a:gd name="csY13" fmla="*/ 6332375 h 6752620"/>
                      <a:gd name="csX14" fmla="*/ 4911970 w 12109939"/>
                      <a:gd name="csY14" fmla="*/ 5662246 h 6752620"/>
                      <a:gd name="csX15" fmla="*/ 4536831 w 12109939"/>
                      <a:gd name="csY15" fmla="*/ 5474677 h 6752620"/>
                      <a:gd name="csX16" fmla="*/ 3727939 w 12109939"/>
                      <a:gd name="csY16" fmla="*/ 5545015 h 6752620"/>
                      <a:gd name="csX17" fmla="*/ 3798277 w 12109939"/>
                      <a:gd name="csY17" fmla="*/ 6471139 h 6752620"/>
                      <a:gd name="csX18" fmla="*/ 5322277 w 12109939"/>
                      <a:gd name="csY18" fmla="*/ 6752492 h 6752620"/>
                      <a:gd name="csX19" fmla="*/ 12109939 w 12109939"/>
                      <a:gd name="csY19" fmla="*/ 6377354 h 6752620"/>
                      <a:gd name="csX0" fmla="*/ 0 w 12109939"/>
                      <a:gd name="csY0" fmla="*/ 0 h 6752620"/>
                      <a:gd name="csX1" fmla="*/ 703386 w 12109939"/>
                      <a:gd name="csY1" fmla="*/ 3106615 h 6752620"/>
                      <a:gd name="csX2" fmla="*/ 3305908 w 12109939"/>
                      <a:gd name="csY2" fmla="*/ 3915508 h 6752620"/>
                      <a:gd name="csX3" fmla="*/ 4044462 w 12109939"/>
                      <a:gd name="csY3" fmla="*/ 4478215 h 6752620"/>
                      <a:gd name="csX4" fmla="*/ 4943072 w 12109939"/>
                      <a:gd name="csY4" fmla="*/ 4429170 h 6752620"/>
                      <a:gd name="csX5" fmla="*/ 4888524 w 12109939"/>
                      <a:gd name="csY5" fmla="*/ 3716215 h 6752620"/>
                      <a:gd name="csX6" fmla="*/ 4220308 w 12109939"/>
                      <a:gd name="csY6" fmla="*/ 3528646 h 6752620"/>
                      <a:gd name="csX7" fmla="*/ 3584390 w 12109939"/>
                      <a:gd name="csY7" fmla="*/ 4356917 h 6752620"/>
                      <a:gd name="csX8" fmla="*/ 3845170 w 12109939"/>
                      <a:gd name="csY8" fmla="*/ 5310554 h 6752620"/>
                      <a:gd name="csX9" fmla="*/ 4808375 w 12109939"/>
                      <a:gd name="csY9" fmla="*/ 5306247 h 6752620"/>
                      <a:gd name="csX10" fmla="*/ 4923693 w 12109939"/>
                      <a:gd name="csY10" fmla="*/ 4548554 h 6752620"/>
                      <a:gd name="csX11" fmla="*/ 3928429 w 12109939"/>
                      <a:gd name="csY11" fmla="*/ 4688993 h 6752620"/>
                      <a:gd name="csX12" fmla="*/ 3871965 w 12109939"/>
                      <a:gd name="csY12" fmla="*/ 6217777 h 6752620"/>
                      <a:gd name="csX13" fmla="*/ 4791150 w 12109939"/>
                      <a:gd name="csY13" fmla="*/ 6332375 h 6752620"/>
                      <a:gd name="csX14" fmla="*/ 4911970 w 12109939"/>
                      <a:gd name="csY14" fmla="*/ 5662246 h 6752620"/>
                      <a:gd name="csX15" fmla="*/ 4536831 w 12109939"/>
                      <a:gd name="csY15" fmla="*/ 5474677 h 6752620"/>
                      <a:gd name="csX16" fmla="*/ 3727939 w 12109939"/>
                      <a:gd name="csY16" fmla="*/ 5545015 h 6752620"/>
                      <a:gd name="csX17" fmla="*/ 3798277 w 12109939"/>
                      <a:gd name="csY17" fmla="*/ 6471139 h 6752620"/>
                      <a:gd name="csX18" fmla="*/ 5322277 w 12109939"/>
                      <a:gd name="csY18" fmla="*/ 6752492 h 6752620"/>
                      <a:gd name="csX19" fmla="*/ 12109939 w 12109939"/>
                      <a:gd name="csY19" fmla="*/ 6377354 h 6752620"/>
                      <a:gd name="csX0" fmla="*/ 0 w 12109939"/>
                      <a:gd name="csY0" fmla="*/ 0 h 6752620"/>
                      <a:gd name="csX1" fmla="*/ 703386 w 12109939"/>
                      <a:gd name="csY1" fmla="*/ 3106615 h 6752620"/>
                      <a:gd name="csX2" fmla="*/ 3305908 w 12109939"/>
                      <a:gd name="csY2" fmla="*/ 3915508 h 6752620"/>
                      <a:gd name="csX3" fmla="*/ 4044462 w 12109939"/>
                      <a:gd name="csY3" fmla="*/ 4478215 h 6752620"/>
                      <a:gd name="csX4" fmla="*/ 4943072 w 12109939"/>
                      <a:gd name="csY4" fmla="*/ 4429170 h 6752620"/>
                      <a:gd name="csX5" fmla="*/ 4888524 w 12109939"/>
                      <a:gd name="csY5" fmla="*/ 3716215 h 6752620"/>
                      <a:gd name="csX6" fmla="*/ 4220308 w 12109939"/>
                      <a:gd name="csY6" fmla="*/ 3528646 h 6752620"/>
                      <a:gd name="csX7" fmla="*/ 3584390 w 12109939"/>
                      <a:gd name="csY7" fmla="*/ 4356917 h 6752620"/>
                      <a:gd name="csX8" fmla="*/ 3845170 w 12109939"/>
                      <a:gd name="csY8" fmla="*/ 5310554 h 6752620"/>
                      <a:gd name="csX9" fmla="*/ 4808375 w 12109939"/>
                      <a:gd name="csY9" fmla="*/ 5306247 h 6752620"/>
                      <a:gd name="csX10" fmla="*/ 4923693 w 12109939"/>
                      <a:gd name="csY10" fmla="*/ 4548554 h 6752620"/>
                      <a:gd name="csX11" fmla="*/ 3928429 w 12109939"/>
                      <a:gd name="csY11" fmla="*/ 4688993 h 6752620"/>
                      <a:gd name="csX12" fmla="*/ 3871965 w 12109939"/>
                      <a:gd name="csY12" fmla="*/ 6217777 h 6752620"/>
                      <a:gd name="csX13" fmla="*/ 4791150 w 12109939"/>
                      <a:gd name="csY13" fmla="*/ 6332375 h 6752620"/>
                      <a:gd name="csX14" fmla="*/ 4911970 w 12109939"/>
                      <a:gd name="csY14" fmla="*/ 5662246 h 6752620"/>
                      <a:gd name="csX15" fmla="*/ 4536831 w 12109939"/>
                      <a:gd name="csY15" fmla="*/ 5474677 h 6752620"/>
                      <a:gd name="csX16" fmla="*/ 3659514 w 12109939"/>
                      <a:gd name="csY16" fmla="*/ 5675643 h 6752620"/>
                      <a:gd name="csX17" fmla="*/ 3798277 w 12109939"/>
                      <a:gd name="csY17" fmla="*/ 6471139 h 6752620"/>
                      <a:gd name="csX18" fmla="*/ 5322277 w 12109939"/>
                      <a:gd name="csY18" fmla="*/ 6752492 h 6752620"/>
                      <a:gd name="csX19" fmla="*/ 12109939 w 12109939"/>
                      <a:gd name="csY19" fmla="*/ 6377354 h 6752620"/>
                      <a:gd name="csX0" fmla="*/ 0 w 12109939"/>
                      <a:gd name="csY0" fmla="*/ 0 h 6752620"/>
                      <a:gd name="csX1" fmla="*/ 703386 w 12109939"/>
                      <a:gd name="csY1" fmla="*/ 3106615 h 6752620"/>
                      <a:gd name="csX2" fmla="*/ 3305908 w 12109939"/>
                      <a:gd name="csY2" fmla="*/ 3915508 h 6752620"/>
                      <a:gd name="csX3" fmla="*/ 4044462 w 12109939"/>
                      <a:gd name="csY3" fmla="*/ 4478215 h 6752620"/>
                      <a:gd name="csX4" fmla="*/ 4943072 w 12109939"/>
                      <a:gd name="csY4" fmla="*/ 4429170 h 6752620"/>
                      <a:gd name="csX5" fmla="*/ 4888524 w 12109939"/>
                      <a:gd name="csY5" fmla="*/ 3716215 h 6752620"/>
                      <a:gd name="csX6" fmla="*/ 4220308 w 12109939"/>
                      <a:gd name="csY6" fmla="*/ 3528646 h 6752620"/>
                      <a:gd name="csX7" fmla="*/ 3584390 w 12109939"/>
                      <a:gd name="csY7" fmla="*/ 4356917 h 6752620"/>
                      <a:gd name="csX8" fmla="*/ 3845170 w 12109939"/>
                      <a:gd name="csY8" fmla="*/ 5310554 h 6752620"/>
                      <a:gd name="csX9" fmla="*/ 4808375 w 12109939"/>
                      <a:gd name="csY9" fmla="*/ 5306247 h 6752620"/>
                      <a:gd name="csX10" fmla="*/ 4923693 w 12109939"/>
                      <a:gd name="csY10" fmla="*/ 4548554 h 6752620"/>
                      <a:gd name="csX11" fmla="*/ 3928429 w 12109939"/>
                      <a:gd name="csY11" fmla="*/ 4688993 h 6752620"/>
                      <a:gd name="csX12" fmla="*/ 3871965 w 12109939"/>
                      <a:gd name="csY12" fmla="*/ 6217777 h 6752620"/>
                      <a:gd name="csX13" fmla="*/ 4791150 w 12109939"/>
                      <a:gd name="csY13" fmla="*/ 6332375 h 6752620"/>
                      <a:gd name="csX14" fmla="*/ 4911970 w 12109939"/>
                      <a:gd name="csY14" fmla="*/ 5662246 h 6752620"/>
                      <a:gd name="csX15" fmla="*/ 4480847 w 12109939"/>
                      <a:gd name="csY15" fmla="*/ 5468456 h 6752620"/>
                      <a:gd name="csX16" fmla="*/ 3659514 w 12109939"/>
                      <a:gd name="csY16" fmla="*/ 5675643 h 6752620"/>
                      <a:gd name="csX17" fmla="*/ 3798277 w 12109939"/>
                      <a:gd name="csY17" fmla="*/ 6471139 h 6752620"/>
                      <a:gd name="csX18" fmla="*/ 5322277 w 12109939"/>
                      <a:gd name="csY18" fmla="*/ 6752492 h 6752620"/>
                      <a:gd name="csX19" fmla="*/ 12109939 w 12109939"/>
                      <a:gd name="csY19" fmla="*/ 6377354 h 6752620"/>
                      <a:gd name="csX0" fmla="*/ 0 w 12109939"/>
                      <a:gd name="csY0" fmla="*/ 0 h 6752620"/>
                      <a:gd name="csX1" fmla="*/ 703386 w 12109939"/>
                      <a:gd name="csY1" fmla="*/ 3106615 h 6752620"/>
                      <a:gd name="csX2" fmla="*/ 3305908 w 12109939"/>
                      <a:gd name="csY2" fmla="*/ 3915508 h 6752620"/>
                      <a:gd name="csX3" fmla="*/ 4044462 w 12109939"/>
                      <a:gd name="csY3" fmla="*/ 4478215 h 6752620"/>
                      <a:gd name="csX4" fmla="*/ 4943072 w 12109939"/>
                      <a:gd name="csY4" fmla="*/ 4429170 h 6752620"/>
                      <a:gd name="csX5" fmla="*/ 4888524 w 12109939"/>
                      <a:gd name="csY5" fmla="*/ 3716215 h 6752620"/>
                      <a:gd name="csX6" fmla="*/ 4220308 w 12109939"/>
                      <a:gd name="csY6" fmla="*/ 3528646 h 6752620"/>
                      <a:gd name="csX7" fmla="*/ 3584390 w 12109939"/>
                      <a:gd name="csY7" fmla="*/ 4356917 h 6752620"/>
                      <a:gd name="csX8" fmla="*/ 3845170 w 12109939"/>
                      <a:gd name="csY8" fmla="*/ 5310554 h 6752620"/>
                      <a:gd name="csX9" fmla="*/ 4808375 w 12109939"/>
                      <a:gd name="csY9" fmla="*/ 5306247 h 6752620"/>
                      <a:gd name="csX10" fmla="*/ 4923693 w 12109939"/>
                      <a:gd name="csY10" fmla="*/ 4548554 h 6752620"/>
                      <a:gd name="csX11" fmla="*/ 3928429 w 12109939"/>
                      <a:gd name="csY11" fmla="*/ 4688993 h 6752620"/>
                      <a:gd name="csX12" fmla="*/ 3871965 w 12109939"/>
                      <a:gd name="csY12" fmla="*/ 6217777 h 6752620"/>
                      <a:gd name="csX13" fmla="*/ 4791150 w 12109939"/>
                      <a:gd name="csY13" fmla="*/ 6332375 h 6752620"/>
                      <a:gd name="csX14" fmla="*/ 4911970 w 12109939"/>
                      <a:gd name="csY14" fmla="*/ 5662246 h 6752620"/>
                      <a:gd name="csX15" fmla="*/ 4480847 w 12109939"/>
                      <a:gd name="csY15" fmla="*/ 5468456 h 6752620"/>
                      <a:gd name="csX16" fmla="*/ 3659514 w 12109939"/>
                      <a:gd name="csY16" fmla="*/ 5675643 h 6752620"/>
                      <a:gd name="csX17" fmla="*/ 3798277 w 12109939"/>
                      <a:gd name="csY17" fmla="*/ 6471139 h 6752620"/>
                      <a:gd name="csX18" fmla="*/ 5322277 w 12109939"/>
                      <a:gd name="csY18" fmla="*/ 6752492 h 6752620"/>
                      <a:gd name="csX19" fmla="*/ 12109939 w 12109939"/>
                      <a:gd name="csY19" fmla="*/ 6377354 h 6752620"/>
                      <a:gd name="csX0" fmla="*/ 0 w 12109939"/>
                      <a:gd name="csY0" fmla="*/ 0 h 6752698"/>
                      <a:gd name="csX1" fmla="*/ 703386 w 12109939"/>
                      <a:gd name="csY1" fmla="*/ 3106615 h 6752698"/>
                      <a:gd name="csX2" fmla="*/ 3305908 w 12109939"/>
                      <a:gd name="csY2" fmla="*/ 3915508 h 6752698"/>
                      <a:gd name="csX3" fmla="*/ 4044462 w 12109939"/>
                      <a:gd name="csY3" fmla="*/ 4478215 h 6752698"/>
                      <a:gd name="csX4" fmla="*/ 4943072 w 12109939"/>
                      <a:gd name="csY4" fmla="*/ 4429170 h 6752698"/>
                      <a:gd name="csX5" fmla="*/ 4888524 w 12109939"/>
                      <a:gd name="csY5" fmla="*/ 3716215 h 6752698"/>
                      <a:gd name="csX6" fmla="*/ 4220308 w 12109939"/>
                      <a:gd name="csY6" fmla="*/ 3528646 h 6752698"/>
                      <a:gd name="csX7" fmla="*/ 3584390 w 12109939"/>
                      <a:gd name="csY7" fmla="*/ 4356917 h 6752698"/>
                      <a:gd name="csX8" fmla="*/ 3845170 w 12109939"/>
                      <a:gd name="csY8" fmla="*/ 5310554 h 6752698"/>
                      <a:gd name="csX9" fmla="*/ 4808375 w 12109939"/>
                      <a:gd name="csY9" fmla="*/ 5306247 h 6752698"/>
                      <a:gd name="csX10" fmla="*/ 4923693 w 12109939"/>
                      <a:gd name="csY10" fmla="*/ 4548554 h 6752698"/>
                      <a:gd name="csX11" fmla="*/ 3928429 w 12109939"/>
                      <a:gd name="csY11" fmla="*/ 4688993 h 6752698"/>
                      <a:gd name="csX12" fmla="*/ 3871965 w 12109939"/>
                      <a:gd name="csY12" fmla="*/ 6217777 h 6752698"/>
                      <a:gd name="csX13" fmla="*/ 4791150 w 12109939"/>
                      <a:gd name="csY13" fmla="*/ 6332375 h 6752698"/>
                      <a:gd name="csX14" fmla="*/ 4911970 w 12109939"/>
                      <a:gd name="csY14" fmla="*/ 5662246 h 6752698"/>
                      <a:gd name="csX15" fmla="*/ 4480847 w 12109939"/>
                      <a:gd name="csY15" fmla="*/ 5468456 h 6752698"/>
                      <a:gd name="csX16" fmla="*/ 3659514 w 12109939"/>
                      <a:gd name="csY16" fmla="*/ 5675643 h 6752698"/>
                      <a:gd name="csX17" fmla="*/ 3798277 w 12109939"/>
                      <a:gd name="csY17" fmla="*/ 6471139 h 6752698"/>
                      <a:gd name="csX18" fmla="*/ 5322277 w 12109939"/>
                      <a:gd name="csY18" fmla="*/ 6752492 h 6752698"/>
                      <a:gd name="csX19" fmla="*/ 12109939 w 12109939"/>
                      <a:gd name="csY19" fmla="*/ 6377354 h 6752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109939" h="6752698">
                        <a:moveTo>
                          <a:pt x="0" y="0"/>
                        </a:moveTo>
                        <a:cubicBezTo>
                          <a:pt x="211016" y="2219570"/>
                          <a:pt x="199294" y="2110153"/>
                          <a:pt x="703386" y="3106615"/>
                        </a:cubicBezTo>
                        <a:cubicBezTo>
                          <a:pt x="1207478" y="4103077"/>
                          <a:pt x="3059723" y="3727939"/>
                          <a:pt x="3305908" y="3915508"/>
                        </a:cubicBezTo>
                        <a:lnTo>
                          <a:pt x="4044462" y="4478215"/>
                        </a:lnTo>
                        <a:cubicBezTo>
                          <a:pt x="4290647" y="4665784"/>
                          <a:pt x="4802395" y="4556170"/>
                          <a:pt x="4943072" y="4429170"/>
                        </a:cubicBezTo>
                        <a:cubicBezTo>
                          <a:pt x="5083749" y="4302170"/>
                          <a:pt x="5008985" y="3866302"/>
                          <a:pt x="4888524" y="3716215"/>
                        </a:cubicBezTo>
                        <a:cubicBezTo>
                          <a:pt x="4736123" y="3559907"/>
                          <a:pt x="4437664" y="3421862"/>
                          <a:pt x="4220308" y="3528646"/>
                        </a:cubicBezTo>
                        <a:cubicBezTo>
                          <a:pt x="4002952" y="3635430"/>
                          <a:pt x="3594916" y="4028671"/>
                          <a:pt x="3584390" y="4356917"/>
                        </a:cubicBezTo>
                        <a:cubicBezTo>
                          <a:pt x="3573864" y="4685163"/>
                          <a:pt x="3641173" y="5152332"/>
                          <a:pt x="3845170" y="5310554"/>
                        </a:cubicBezTo>
                        <a:cubicBezTo>
                          <a:pt x="4049167" y="5468776"/>
                          <a:pt x="4499748" y="5376107"/>
                          <a:pt x="4808375" y="5306247"/>
                        </a:cubicBezTo>
                        <a:cubicBezTo>
                          <a:pt x="5117002" y="5236387"/>
                          <a:pt x="5070351" y="4651430"/>
                          <a:pt x="4923693" y="4548554"/>
                        </a:cubicBezTo>
                        <a:cubicBezTo>
                          <a:pt x="4777035" y="4445678"/>
                          <a:pt x="4103717" y="4410789"/>
                          <a:pt x="3928429" y="4688993"/>
                        </a:cubicBezTo>
                        <a:cubicBezTo>
                          <a:pt x="3753141" y="4967197"/>
                          <a:pt x="3728178" y="5943880"/>
                          <a:pt x="3871965" y="6217777"/>
                        </a:cubicBezTo>
                        <a:cubicBezTo>
                          <a:pt x="4015752" y="6491674"/>
                          <a:pt x="4617816" y="6424963"/>
                          <a:pt x="4791150" y="6332375"/>
                        </a:cubicBezTo>
                        <a:cubicBezTo>
                          <a:pt x="4964484" y="6239787"/>
                          <a:pt x="4963687" y="5806232"/>
                          <a:pt x="4911970" y="5662246"/>
                        </a:cubicBezTo>
                        <a:cubicBezTo>
                          <a:pt x="4860253" y="5518260"/>
                          <a:pt x="4689590" y="5466223"/>
                          <a:pt x="4480847" y="5468456"/>
                        </a:cubicBezTo>
                        <a:cubicBezTo>
                          <a:pt x="4272104" y="5470689"/>
                          <a:pt x="3773276" y="5508529"/>
                          <a:pt x="3659514" y="5675643"/>
                        </a:cubicBezTo>
                        <a:cubicBezTo>
                          <a:pt x="3545752" y="5842757"/>
                          <a:pt x="3521150" y="6291664"/>
                          <a:pt x="3798277" y="6471139"/>
                        </a:cubicBezTo>
                        <a:cubicBezTo>
                          <a:pt x="4075404" y="6650614"/>
                          <a:pt x="4752073" y="6745793"/>
                          <a:pt x="5322277" y="6752492"/>
                        </a:cubicBezTo>
                        <a:cubicBezTo>
                          <a:pt x="5892481" y="6759191"/>
                          <a:pt x="9866046" y="6601927"/>
                          <a:pt x="12109939" y="6377354"/>
                        </a:cubicBezTo>
                      </a:path>
                    </a:pathLst>
                  </a:cu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8194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41A5A3-DCB3-9B26-B9FA-809F0E5B2BAD}"/>
              </a:ext>
            </a:extLst>
          </p:cNvPr>
          <p:cNvSpPr/>
          <p:nvPr/>
        </p:nvSpPr>
        <p:spPr>
          <a:xfrm>
            <a:off x="121186" y="539605"/>
            <a:ext cx="4153359" cy="19545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840372A-025C-9735-1ED4-054EFC1E11F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4359882" y="77118"/>
            <a:ext cx="4800369" cy="1954548"/>
          </a:xfrm>
          <a:prstGeom prst="rect">
            <a:avLst/>
          </a:prstGeom>
        </p:spPr>
      </p:pic>
      <p:sp>
        <p:nvSpPr>
          <p:cNvPr id="2" name="Title 1">
            <a:extLst>
              <a:ext uri="{FF2B5EF4-FFF2-40B4-BE49-F238E27FC236}">
                <a16:creationId xmlns:a16="http://schemas.microsoft.com/office/drawing/2014/main" id="{90DE9425-59BB-8DA2-A63A-1AED6153A888}"/>
              </a:ext>
            </a:extLst>
          </p:cNvPr>
          <p:cNvSpPr>
            <a:spLocks noGrp="1"/>
          </p:cNvSpPr>
          <p:nvPr>
            <p:ph type="title"/>
          </p:nvPr>
        </p:nvSpPr>
        <p:spPr>
          <a:xfrm>
            <a:off x="434903" y="860062"/>
            <a:ext cx="3087697" cy="1325563"/>
          </a:xfrm>
        </p:spPr>
        <p:txBody>
          <a:bodyPr/>
          <a:lstStyle/>
          <a:p>
            <a:r>
              <a:rPr lang="en-US" dirty="0">
                <a:solidFill>
                  <a:schemeClr val="bg1"/>
                </a:solidFill>
              </a:rPr>
              <a:t>Using digital resources</a:t>
            </a:r>
          </a:p>
        </p:txBody>
      </p:sp>
      <p:sp>
        <p:nvSpPr>
          <p:cNvPr id="3" name="Content Placeholder 2">
            <a:extLst>
              <a:ext uri="{FF2B5EF4-FFF2-40B4-BE49-F238E27FC236}">
                <a16:creationId xmlns:a16="http://schemas.microsoft.com/office/drawing/2014/main" id="{462B1C89-1DEA-37FA-603E-ACDA8670C79A}"/>
              </a:ext>
            </a:extLst>
          </p:cNvPr>
          <p:cNvSpPr>
            <a:spLocks noGrp="1"/>
          </p:cNvSpPr>
          <p:nvPr>
            <p:ph idx="1"/>
          </p:nvPr>
        </p:nvSpPr>
        <p:spPr>
          <a:xfrm>
            <a:off x="310757" y="2685050"/>
            <a:ext cx="4242138" cy="3357595"/>
          </a:xfrm>
        </p:spPr>
        <p:txBody>
          <a:bodyPr>
            <a:normAutofit fontScale="92500" lnSpcReduction="20000"/>
          </a:bodyPr>
          <a:lstStyle/>
          <a:p>
            <a:pPr marL="339725" indent="-339725">
              <a:buFont typeface="+mj-lt"/>
              <a:buAutoNum type="arabicPeriod"/>
            </a:pPr>
            <a:r>
              <a:rPr lang="en-US" dirty="0"/>
              <a:t>Download the transcript from the recorded teams recap</a:t>
            </a:r>
          </a:p>
          <a:p>
            <a:pPr marL="339725" indent="-339725">
              <a:buFont typeface="+mj-lt"/>
              <a:buAutoNum type="arabicPeriod"/>
            </a:pPr>
            <a:r>
              <a:rPr lang="en-US" dirty="0"/>
              <a:t>Navigate to the date on Teams calendar and select the meeting block. </a:t>
            </a:r>
          </a:p>
          <a:p>
            <a:pPr marL="339725" indent="-339725">
              <a:buFont typeface="+mj-lt"/>
              <a:buAutoNum type="arabicPeriod"/>
            </a:pPr>
            <a:r>
              <a:rPr lang="en-US" dirty="0"/>
              <a:t>A window will pop up with details about the meeting. Click on the words “View recap” </a:t>
            </a:r>
          </a:p>
        </p:txBody>
      </p:sp>
      <p:pic>
        <p:nvPicPr>
          <p:cNvPr id="9" name="Picture 8">
            <a:extLst>
              <a:ext uri="{FF2B5EF4-FFF2-40B4-BE49-F238E27FC236}">
                <a16:creationId xmlns:a16="http://schemas.microsoft.com/office/drawing/2014/main" id="{F58315EE-B5F0-4941-C22E-5C38B3E63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1245" y="1256589"/>
            <a:ext cx="6705288" cy="4992043"/>
          </a:xfrm>
          <a:prstGeom prst="rect">
            <a:avLst/>
          </a:prstGeom>
          <a:ln>
            <a:solidFill>
              <a:schemeClr val="accent1">
                <a:lumMod val="75000"/>
              </a:schemeClr>
            </a:solidFill>
          </a:ln>
          <a:effectLst>
            <a:outerShdw blurRad="50800" dist="38100" dir="2700000" algn="tl" rotWithShape="0">
              <a:prstClr val="black">
                <a:alpha val="40000"/>
              </a:prstClr>
            </a:outerShdw>
          </a:effectLst>
        </p:spPr>
      </p:pic>
      <p:sp>
        <p:nvSpPr>
          <p:cNvPr id="5" name="Freeform: Shape 4">
            <a:extLst>
              <a:ext uri="{FF2B5EF4-FFF2-40B4-BE49-F238E27FC236}">
                <a16:creationId xmlns:a16="http://schemas.microsoft.com/office/drawing/2014/main" id="{F50D68EE-B7A5-626A-4B65-6F8BA84C400D}"/>
              </a:ext>
            </a:extLst>
          </p:cNvPr>
          <p:cNvSpPr/>
          <p:nvPr/>
        </p:nvSpPr>
        <p:spPr>
          <a:xfrm>
            <a:off x="64819" y="-1"/>
            <a:ext cx="6887392" cy="6381641"/>
          </a:xfrm>
          <a:custGeom>
            <a:avLst/>
            <a:gdLst>
              <a:gd name="csX0" fmla="*/ 0 w 5993176"/>
              <a:gd name="csY0" fmla="*/ 0 h 3723701"/>
              <a:gd name="csX1" fmla="*/ 0 w 5993176"/>
              <a:gd name="csY1" fmla="*/ 3723701 h 3723701"/>
              <a:gd name="csX2" fmla="*/ 5993176 w 5993176"/>
              <a:gd name="csY2" fmla="*/ 3723701 h 3723701"/>
              <a:gd name="csX3" fmla="*/ 5993176 w 5993176"/>
              <a:gd name="csY3" fmla="*/ 2489812 h 3723701"/>
              <a:gd name="csX0" fmla="*/ 0 w 6180463"/>
              <a:gd name="csY0" fmla="*/ 0 h 6202496"/>
              <a:gd name="csX1" fmla="*/ 187287 w 6180463"/>
              <a:gd name="csY1" fmla="*/ 6202496 h 6202496"/>
              <a:gd name="csX2" fmla="*/ 6180463 w 6180463"/>
              <a:gd name="csY2" fmla="*/ 6202496 h 6202496"/>
              <a:gd name="csX3" fmla="*/ 6180463 w 6180463"/>
              <a:gd name="csY3" fmla="*/ 4968607 h 6202496"/>
              <a:gd name="csX0" fmla="*/ 0 w 6180463"/>
              <a:gd name="csY0" fmla="*/ 0 h 6268597"/>
              <a:gd name="csX1" fmla="*/ 782198 w 6180463"/>
              <a:gd name="csY1" fmla="*/ 6268597 h 6268597"/>
              <a:gd name="csX2" fmla="*/ 6180463 w 6180463"/>
              <a:gd name="csY2" fmla="*/ 6202496 h 6268597"/>
              <a:gd name="csX3" fmla="*/ 6180463 w 6180463"/>
              <a:gd name="csY3" fmla="*/ 4968607 h 6268597"/>
              <a:gd name="csX0" fmla="*/ 0 w 6180463"/>
              <a:gd name="csY0" fmla="*/ 0 h 6268597"/>
              <a:gd name="csX1" fmla="*/ 782198 w 6180463"/>
              <a:gd name="csY1" fmla="*/ 6268597 h 6268597"/>
              <a:gd name="csX2" fmla="*/ 6180463 w 6180463"/>
              <a:gd name="csY2" fmla="*/ 6202496 h 6268597"/>
              <a:gd name="csX3" fmla="*/ 6180463 w 6180463"/>
              <a:gd name="csY3" fmla="*/ 4968607 h 6268597"/>
              <a:gd name="csX0" fmla="*/ 0 w 6180463"/>
              <a:gd name="csY0" fmla="*/ 0 h 6307879"/>
              <a:gd name="csX1" fmla="*/ 782198 w 6180463"/>
              <a:gd name="csY1" fmla="*/ 6268597 h 6307879"/>
              <a:gd name="csX2" fmla="*/ 6180463 w 6180463"/>
              <a:gd name="csY2" fmla="*/ 6202496 h 6307879"/>
              <a:gd name="csX3" fmla="*/ 6180463 w 6180463"/>
              <a:gd name="csY3" fmla="*/ 4968607 h 6307879"/>
              <a:gd name="csX0" fmla="*/ 0 w 6327354"/>
              <a:gd name="csY0" fmla="*/ 0 h 6307879"/>
              <a:gd name="csX1" fmla="*/ 782198 w 6327354"/>
              <a:gd name="csY1" fmla="*/ 6268597 h 6307879"/>
              <a:gd name="csX2" fmla="*/ 6180463 w 6327354"/>
              <a:gd name="csY2" fmla="*/ 6202496 h 6307879"/>
              <a:gd name="csX3" fmla="*/ 6180463 w 6327354"/>
              <a:gd name="csY3" fmla="*/ 4968607 h 6307879"/>
              <a:gd name="csX0" fmla="*/ 0 w 6412111"/>
              <a:gd name="csY0" fmla="*/ 0 h 6307879"/>
              <a:gd name="csX1" fmla="*/ 782198 w 6412111"/>
              <a:gd name="csY1" fmla="*/ 6268597 h 6307879"/>
              <a:gd name="csX2" fmla="*/ 6180463 w 6412111"/>
              <a:gd name="csY2" fmla="*/ 6202496 h 6307879"/>
              <a:gd name="csX3" fmla="*/ 6180463 w 6412111"/>
              <a:gd name="csY3" fmla="*/ 4968607 h 6307879"/>
              <a:gd name="csX0" fmla="*/ 0 w 6412111"/>
              <a:gd name="csY0" fmla="*/ 0 h 6431249"/>
              <a:gd name="csX1" fmla="*/ 782198 w 6412111"/>
              <a:gd name="csY1" fmla="*/ 6268597 h 6431249"/>
              <a:gd name="csX2" fmla="*/ 6180463 w 6412111"/>
              <a:gd name="csY2" fmla="*/ 6202496 h 6431249"/>
              <a:gd name="csX3" fmla="*/ 6180463 w 6412111"/>
              <a:gd name="csY3" fmla="*/ 4968607 h 6431249"/>
              <a:gd name="csX0" fmla="*/ 203675 w 6615786"/>
              <a:gd name="csY0" fmla="*/ 0 h 6431249"/>
              <a:gd name="csX1" fmla="*/ 985873 w 6615786"/>
              <a:gd name="csY1" fmla="*/ 6268597 h 6431249"/>
              <a:gd name="csX2" fmla="*/ 6384138 w 6615786"/>
              <a:gd name="csY2" fmla="*/ 6202496 h 6431249"/>
              <a:gd name="csX3" fmla="*/ 6384138 w 6615786"/>
              <a:gd name="csY3" fmla="*/ 4968607 h 6431249"/>
              <a:gd name="csX0" fmla="*/ 0 w 6619962"/>
              <a:gd name="csY0" fmla="*/ 0 h 6339868"/>
              <a:gd name="csX1" fmla="*/ 1222872 w 6619962"/>
              <a:gd name="csY1" fmla="*/ 6235547 h 6339868"/>
              <a:gd name="csX2" fmla="*/ 6180463 w 6619962"/>
              <a:gd name="csY2" fmla="*/ 6202496 h 6339868"/>
              <a:gd name="csX3" fmla="*/ 6180463 w 6619962"/>
              <a:gd name="csY3" fmla="*/ 4968607 h 6339868"/>
              <a:gd name="csX0" fmla="*/ 0 w 6819579"/>
              <a:gd name="csY0" fmla="*/ 0 h 6312363"/>
              <a:gd name="csX1" fmla="*/ 1222872 w 6819579"/>
              <a:gd name="csY1" fmla="*/ 6235547 h 6312363"/>
              <a:gd name="csX2" fmla="*/ 6180463 w 6819579"/>
              <a:gd name="csY2" fmla="*/ 6202496 h 6312363"/>
              <a:gd name="csX3" fmla="*/ 6570428 w 6819579"/>
              <a:gd name="csY3" fmla="*/ 5412360 h 6312363"/>
              <a:gd name="csX0" fmla="*/ 0 w 6913804"/>
              <a:gd name="csY0" fmla="*/ 0 h 6312363"/>
              <a:gd name="csX1" fmla="*/ 1222872 w 6913804"/>
              <a:gd name="csY1" fmla="*/ 6235547 h 6312363"/>
              <a:gd name="csX2" fmla="*/ 6180463 w 6913804"/>
              <a:gd name="csY2" fmla="*/ 6202496 h 6312363"/>
              <a:gd name="csX3" fmla="*/ 6570428 w 6913804"/>
              <a:gd name="csY3" fmla="*/ 5412360 h 6312363"/>
              <a:gd name="csX0" fmla="*/ 0 w 6883166"/>
              <a:gd name="csY0" fmla="*/ 0 h 6306016"/>
              <a:gd name="csX1" fmla="*/ 1222872 w 6883166"/>
              <a:gd name="csY1" fmla="*/ 6235547 h 6306016"/>
              <a:gd name="csX2" fmla="*/ 6180463 w 6883166"/>
              <a:gd name="csY2" fmla="*/ 6202496 h 6306016"/>
              <a:gd name="csX3" fmla="*/ 6523363 w 6883166"/>
              <a:gd name="csY3" fmla="*/ 5526660 h 6306016"/>
              <a:gd name="csX0" fmla="*/ 1284 w 6887392"/>
              <a:gd name="csY0" fmla="*/ 0 h 6381641"/>
              <a:gd name="csX1" fmla="*/ 1170367 w 6887392"/>
              <a:gd name="csY1" fmla="*/ 6336400 h 6381641"/>
              <a:gd name="csX2" fmla="*/ 6181747 w 6887392"/>
              <a:gd name="csY2" fmla="*/ 6202496 h 6381641"/>
              <a:gd name="csX3" fmla="*/ 6524647 w 6887392"/>
              <a:gd name="csY3" fmla="*/ 5526660 h 6381641"/>
            </a:gdLst>
            <a:ahLst/>
            <a:cxnLst>
              <a:cxn ang="0">
                <a:pos x="csX0" y="csY0"/>
              </a:cxn>
              <a:cxn ang="0">
                <a:pos x="csX1" y="csY1"/>
              </a:cxn>
              <a:cxn ang="0">
                <a:pos x="csX2" y="csY2"/>
              </a:cxn>
              <a:cxn ang="0">
                <a:pos x="csX3" y="csY3"/>
              </a:cxn>
            </a:cxnLst>
            <a:rect l="l" t="t" r="r" b="b"/>
            <a:pathLst>
              <a:path w="6887392" h="6381641">
                <a:moveTo>
                  <a:pt x="1284" y="0"/>
                </a:moveTo>
                <a:cubicBezTo>
                  <a:pt x="262017" y="2089532"/>
                  <a:pt x="-640072" y="6226232"/>
                  <a:pt x="1170367" y="6336400"/>
                </a:cubicBezTo>
                <a:cubicBezTo>
                  <a:pt x="2980806" y="6446568"/>
                  <a:pt x="5289367" y="6337453"/>
                  <a:pt x="6181747" y="6202496"/>
                </a:cubicBezTo>
                <a:cubicBezTo>
                  <a:pt x="7074127" y="6067539"/>
                  <a:pt x="7039686" y="5889028"/>
                  <a:pt x="6524647" y="5526660"/>
                </a:cubicBezTo>
              </a:path>
            </a:pathLst>
          </a:custGeom>
          <a:noFill/>
          <a:ln w="28575" cap="rnd">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A6CC107F-F3E4-859C-2272-FAB4A9883A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67716" y="4915554"/>
            <a:ext cx="622608" cy="685857"/>
          </a:xfrm>
          <a:prstGeom prst="rect">
            <a:avLst/>
          </a:prstGeom>
        </p:spPr>
      </p:pic>
      <p:sp>
        <p:nvSpPr>
          <p:cNvPr id="16" name="Oval 15">
            <a:extLst>
              <a:ext uri="{FF2B5EF4-FFF2-40B4-BE49-F238E27FC236}">
                <a16:creationId xmlns:a16="http://schemas.microsoft.com/office/drawing/2014/main" id="{99E77D50-1C58-B7A7-7D08-CA85A25DC673}"/>
              </a:ext>
            </a:extLst>
          </p:cNvPr>
          <p:cNvSpPr/>
          <p:nvPr/>
        </p:nvSpPr>
        <p:spPr>
          <a:xfrm>
            <a:off x="5632297" y="4267414"/>
            <a:ext cx="1319914" cy="1319914"/>
          </a:xfrm>
          <a:prstGeom prst="ellipse">
            <a:avLst/>
          </a:prstGeom>
          <a:no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7759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258CE12-F90D-CFF1-A377-7D3BC6E37FCE}"/>
              </a:ext>
            </a:extLst>
          </p:cNvPr>
          <p:cNvSpPr/>
          <p:nvPr/>
        </p:nvSpPr>
        <p:spPr>
          <a:xfrm>
            <a:off x="121186" y="539605"/>
            <a:ext cx="4153359" cy="19545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E310A3-C50C-D37D-823B-4D976C80BB78}"/>
              </a:ext>
            </a:extLst>
          </p:cNvPr>
          <p:cNvSpPr>
            <a:spLocks noGrp="1"/>
          </p:cNvSpPr>
          <p:nvPr>
            <p:ph type="title"/>
          </p:nvPr>
        </p:nvSpPr>
        <p:spPr>
          <a:xfrm>
            <a:off x="222769" y="836104"/>
            <a:ext cx="3842455" cy="1325563"/>
          </a:xfrm>
        </p:spPr>
        <p:txBody>
          <a:bodyPr/>
          <a:lstStyle/>
          <a:p>
            <a:r>
              <a:rPr lang="en-US" dirty="0">
                <a:solidFill>
                  <a:schemeClr val="bg1"/>
                </a:solidFill>
              </a:rPr>
              <a:t>Downloading the transcript</a:t>
            </a:r>
          </a:p>
        </p:txBody>
      </p:sp>
      <p:sp>
        <p:nvSpPr>
          <p:cNvPr id="3" name="Content Placeholder 2">
            <a:extLst>
              <a:ext uri="{FF2B5EF4-FFF2-40B4-BE49-F238E27FC236}">
                <a16:creationId xmlns:a16="http://schemas.microsoft.com/office/drawing/2014/main" id="{2E0B6400-FFD7-0CD6-2761-7925FBCB48CD}"/>
              </a:ext>
            </a:extLst>
          </p:cNvPr>
          <p:cNvSpPr>
            <a:spLocks noGrp="1"/>
          </p:cNvSpPr>
          <p:nvPr>
            <p:ph idx="1"/>
          </p:nvPr>
        </p:nvSpPr>
        <p:spPr>
          <a:xfrm>
            <a:off x="315219" y="2610997"/>
            <a:ext cx="3221195" cy="4056503"/>
          </a:xfrm>
        </p:spPr>
        <p:txBody>
          <a:bodyPr>
            <a:normAutofit fontScale="92500" lnSpcReduction="10000"/>
          </a:bodyPr>
          <a:lstStyle/>
          <a:p>
            <a:pPr marL="341313" indent="-341313">
              <a:buFont typeface="+mj-lt"/>
              <a:buAutoNum type="arabicPeriod"/>
            </a:pPr>
            <a:r>
              <a:rPr lang="en-US" dirty="0"/>
              <a:t>The meeting recording will appear. Navigate to the right of the video image and click on the word Download. </a:t>
            </a:r>
          </a:p>
          <a:p>
            <a:pPr marL="341313" indent="-341313">
              <a:buFont typeface="+mj-lt"/>
              <a:buAutoNum type="arabicPeriod"/>
            </a:pPr>
            <a:r>
              <a:rPr lang="en-US" dirty="0"/>
              <a:t>In the dropdown menu, select Download as .docx file </a:t>
            </a:r>
          </a:p>
        </p:txBody>
      </p:sp>
      <p:pic>
        <p:nvPicPr>
          <p:cNvPr id="11" name="Picture 10">
            <a:extLst>
              <a:ext uri="{FF2B5EF4-FFF2-40B4-BE49-F238E27FC236}">
                <a16:creationId xmlns:a16="http://schemas.microsoft.com/office/drawing/2014/main" id="{C0E5141A-D284-B849-3196-04C50AD819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6044" y="1338243"/>
            <a:ext cx="8236064" cy="3668426"/>
          </a:xfrm>
          <a:prstGeom prst="rect">
            <a:avLst/>
          </a:prstGeom>
          <a:ln w="19050">
            <a:solidFill>
              <a:schemeClr val="tx2"/>
            </a:solidFill>
          </a:ln>
          <a:effectLst>
            <a:outerShdw blurRad="50800" dist="38100" dir="2700000" algn="tl" rotWithShape="0">
              <a:prstClr val="black">
                <a:alpha val="40000"/>
              </a:prstClr>
            </a:outerShdw>
          </a:effectLst>
        </p:spPr>
      </p:pic>
      <p:sp>
        <p:nvSpPr>
          <p:cNvPr id="5" name="Freeform: Shape 4">
            <a:extLst>
              <a:ext uri="{FF2B5EF4-FFF2-40B4-BE49-F238E27FC236}">
                <a16:creationId xmlns:a16="http://schemas.microsoft.com/office/drawing/2014/main" id="{95444F14-68DE-4B3D-6EE5-6C3267EC4968}"/>
              </a:ext>
            </a:extLst>
          </p:cNvPr>
          <p:cNvSpPr/>
          <p:nvPr/>
        </p:nvSpPr>
        <p:spPr>
          <a:xfrm>
            <a:off x="25400" y="3944038"/>
            <a:ext cx="7188200" cy="2850461"/>
          </a:xfrm>
          <a:custGeom>
            <a:avLst/>
            <a:gdLst>
              <a:gd name="csX0" fmla="*/ 0 w 7188200"/>
              <a:gd name="csY0" fmla="*/ 2850461 h 2850461"/>
              <a:gd name="csX1" fmla="*/ 4648200 w 7188200"/>
              <a:gd name="csY1" fmla="*/ 2261778 h 2850461"/>
              <a:gd name="csX2" fmla="*/ 7188200 w 7188200"/>
              <a:gd name="csY2" fmla="*/ 0 h 2850461"/>
              <a:gd name="csX3" fmla="*/ 7022947 w 7188200"/>
              <a:gd name="csY3" fmla="*/ 17918 h 2850461"/>
            </a:gdLst>
            <a:ahLst/>
            <a:cxnLst>
              <a:cxn ang="0">
                <a:pos x="csX0" y="csY0"/>
              </a:cxn>
              <a:cxn ang="0">
                <a:pos x="csX1" y="csY1"/>
              </a:cxn>
              <a:cxn ang="0">
                <a:pos x="csX2" y="csY2"/>
              </a:cxn>
              <a:cxn ang="0">
                <a:pos x="csX3" y="csY3"/>
              </a:cxn>
            </a:cxnLst>
            <a:rect l="l" t="t" r="r" b="b"/>
            <a:pathLst>
              <a:path w="7188200" h="2850461" extrusionOk="0">
                <a:moveTo>
                  <a:pt x="0" y="2850461"/>
                </a:moveTo>
                <a:cubicBezTo>
                  <a:pt x="1126137" y="2417032"/>
                  <a:pt x="3241385" y="2802281"/>
                  <a:pt x="4648200" y="2261778"/>
                </a:cubicBezTo>
                <a:cubicBezTo>
                  <a:pt x="5980677" y="1811845"/>
                  <a:pt x="6654171" y="380317"/>
                  <a:pt x="7188200" y="0"/>
                </a:cubicBezTo>
                <a:cubicBezTo>
                  <a:pt x="7169770" y="2712"/>
                  <a:pt x="7104806" y="2933"/>
                  <a:pt x="7022947" y="17918"/>
                </a:cubicBezTo>
              </a:path>
            </a:pathLst>
          </a:custGeom>
          <a:noFill/>
          <a:ln w="25400" cap="rnd">
            <a:prstDash val="sysDash"/>
            <a:extLst>
              <a:ext uri="{C807C97D-BFC1-408E-A445-0C87EB9F89A2}">
                <ask:lineSketchStyleProps xmlns:ask="http://schemas.microsoft.com/office/drawing/2018/sketchyshapes" sd="1219033472">
                  <a:custGeom>
                    <a:avLst/>
                    <a:gdLst>
                      <a:gd name="csX0" fmla="*/ 0 w 7188200"/>
                      <a:gd name="csY0" fmla="*/ 3505200 h 3505200"/>
                      <a:gd name="csX1" fmla="*/ 4648200 w 7188200"/>
                      <a:gd name="csY1" fmla="*/ 2781300 h 3505200"/>
                      <a:gd name="csX2" fmla="*/ 7188200 w 7188200"/>
                      <a:gd name="csY2" fmla="*/ 0 h 3505200"/>
                      <a:gd name="csX3" fmla="*/ 7188200 w 7188200"/>
                      <a:gd name="csY3" fmla="*/ 0 h 3505200"/>
                      <a:gd name="csX0" fmla="*/ 0 w 7188200"/>
                      <a:gd name="csY0" fmla="*/ 3505200 h 3505200"/>
                      <a:gd name="csX1" fmla="*/ 4648200 w 7188200"/>
                      <a:gd name="csY1" fmla="*/ 2781300 h 3505200"/>
                      <a:gd name="csX2" fmla="*/ 7188200 w 7188200"/>
                      <a:gd name="csY2" fmla="*/ 0 h 3505200"/>
                      <a:gd name="csX3" fmla="*/ 7022947 w 7188200"/>
                      <a:gd name="csY3" fmla="*/ 22034 h 3505200"/>
                    </a:gdLst>
                    <a:ahLst/>
                    <a:cxnLst>
                      <a:cxn ang="0">
                        <a:pos x="csX0" y="csY0"/>
                      </a:cxn>
                      <a:cxn ang="0">
                        <a:pos x="csX1" y="csY1"/>
                      </a:cxn>
                      <a:cxn ang="0">
                        <a:pos x="csX2" y="csY2"/>
                      </a:cxn>
                      <a:cxn ang="0">
                        <a:pos x="csX3" y="csY3"/>
                      </a:cxn>
                    </a:cxnLst>
                    <a:rect l="l" t="t" r="r" b="b"/>
                    <a:pathLst>
                      <a:path w="7188200" h="3505200" extrusionOk="0">
                        <a:moveTo>
                          <a:pt x="0" y="3505200"/>
                        </a:moveTo>
                        <a:cubicBezTo>
                          <a:pt x="1342164" y="3136072"/>
                          <a:pt x="3265680" y="3434741"/>
                          <a:pt x="4648200" y="2781300"/>
                        </a:cubicBezTo>
                        <a:cubicBezTo>
                          <a:pt x="5926604" y="2214020"/>
                          <a:pt x="6737014" y="464436"/>
                          <a:pt x="7188200" y="0"/>
                        </a:cubicBezTo>
                        <a:lnTo>
                          <a:pt x="7022947" y="22034"/>
                        </a:lnTo>
                      </a:path>
                    </a:pathLst>
                  </a:cu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607C29B-07FF-072F-9C0B-C1465BFDF3BF}"/>
              </a:ext>
            </a:extLst>
          </p:cNvPr>
          <p:cNvSpPr/>
          <p:nvPr/>
        </p:nvSpPr>
        <p:spPr>
          <a:xfrm>
            <a:off x="6918841" y="2522460"/>
            <a:ext cx="1319914" cy="1319914"/>
          </a:xfrm>
          <a:prstGeom prst="ellipse">
            <a:avLst/>
          </a:prstGeom>
          <a:no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EE696FA7-5971-1A0B-8291-85A68DD323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21551" y="3289300"/>
            <a:ext cx="931934" cy="889000"/>
          </a:xfrm>
          <a:prstGeom prst="rect">
            <a:avLst/>
          </a:prstGeom>
        </p:spPr>
      </p:pic>
    </p:spTree>
    <p:extLst>
      <p:ext uri="{BB962C8B-B14F-4D97-AF65-F5344CB8AC3E}">
        <p14:creationId xmlns:p14="http://schemas.microsoft.com/office/powerpoint/2010/main" val="97598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8E66A9F-884B-D403-E824-8BCA1E6D1719}"/>
              </a:ext>
            </a:extLst>
          </p:cNvPr>
          <p:cNvSpPr/>
          <p:nvPr/>
        </p:nvSpPr>
        <p:spPr>
          <a:xfrm>
            <a:off x="121186" y="539605"/>
            <a:ext cx="4153359" cy="19545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8050BC-8AAE-5A85-6BD8-6AB19EA92C54}"/>
              </a:ext>
            </a:extLst>
          </p:cNvPr>
          <p:cNvSpPr>
            <a:spLocks noGrp="1"/>
          </p:cNvSpPr>
          <p:nvPr>
            <p:ph type="title"/>
          </p:nvPr>
        </p:nvSpPr>
        <p:spPr>
          <a:xfrm>
            <a:off x="230652" y="763572"/>
            <a:ext cx="4065224" cy="1325563"/>
          </a:xfrm>
        </p:spPr>
        <p:txBody>
          <a:bodyPr/>
          <a:lstStyle/>
          <a:p>
            <a:r>
              <a:rPr lang="en-US" dirty="0">
                <a:solidFill>
                  <a:schemeClr val="bg1"/>
                </a:solidFill>
              </a:rPr>
              <a:t>Processing the transcript file</a:t>
            </a:r>
          </a:p>
        </p:txBody>
      </p:sp>
      <p:sp>
        <p:nvSpPr>
          <p:cNvPr id="3" name="Content Placeholder 2">
            <a:extLst>
              <a:ext uri="{FF2B5EF4-FFF2-40B4-BE49-F238E27FC236}">
                <a16:creationId xmlns:a16="http://schemas.microsoft.com/office/drawing/2014/main" id="{D8FD5764-03DF-83CB-4B66-2EB9505CC9E3}"/>
              </a:ext>
            </a:extLst>
          </p:cNvPr>
          <p:cNvSpPr>
            <a:spLocks noGrp="1"/>
          </p:cNvSpPr>
          <p:nvPr>
            <p:ph idx="1"/>
          </p:nvPr>
        </p:nvSpPr>
        <p:spPr>
          <a:xfrm>
            <a:off x="398383" y="2776251"/>
            <a:ext cx="4248819" cy="3944038"/>
          </a:xfrm>
        </p:spPr>
        <p:txBody>
          <a:bodyPr>
            <a:normAutofit fontScale="77500" lnSpcReduction="20000"/>
          </a:bodyPr>
          <a:lstStyle/>
          <a:p>
            <a:pPr marL="341313" indent="-341313">
              <a:buFont typeface="+mj-lt"/>
              <a:buAutoNum type="arabicPeriod"/>
            </a:pPr>
            <a:r>
              <a:rPr lang="en-US" dirty="0"/>
              <a:t>Open the downloaded transcript .docx file and edit or delete any superfluous text</a:t>
            </a:r>
          </a:p>
          <a:p>
            <a:pPr marL="341313" indent="-341313">
              <a:buFont typeface="+mj-lt"/>
              <a:buAutoNum type="arabicPeriod"/>
            </a:pPr>
            <a:r>
              <a:rPr lang="en-US" dirty="0"/>
              <a:t>Run the file through an LLM with a prompt like “create a study guide from this file”</a:t>
            </a:r>
          </a:p>
          <a:p>
            <a:pPr marL="341313" indent="-341313">
              <a:buFont typeface="+mj-lt"/>
              <a:buAutoNum type="arabicPeriod"/>
            </a:pPr>
            <a:r>
              <a:rPr lang="en-US" dirty="0"/>
              <a:t>After copy and pasting the generated content into Word, edit the file to provide additional visual aids, such as adding color to alternating table rows to help break up multiple rows of text</a:t>
            </a:r>
          </a:p>
          <a:p>
            <a:pPr marL="514350" indent="-514350">
              <a:buFont typeface="+mj-lt"/>
              <a:buAutoNum type="arabicPeriod"/>
            </a:pPr>
            <a:endParaRPr lang="en-US" dirty="0"/>
          </a:p>
        </p:txBody>
      </p:sp>
      <p:pic>
        <p:nvPicPr>
          <p:cNvPr id="17" name="Picture 16">
            <a:extLst>
              <a:ext uri="{FF2B5EF4-FFF2-40B4-BE49-F238E27FC236}">
                <a16:creationId xmlns:a16="http://schemas.microsoft.com/office/drawing/2014/main" id="{4D607E4A-5F15-AA86-C88D-F4AAFAA43B15}"/>
              </a:ext>
            </a:extLst>
          </p:cNvPr>
          <p:cNvPicPr>
            <a:picLocks noChangeAspect="1"/>
          </p:cNvPicPr>
          <p:nvPr/>
        </p:nvPicPr>
        <p:blipFill>
          <a:blip r:embed="rId2">
            <a:extLst>
              <a:ext uri="{28A0092B-C50C-407E-A947-70E740481C1C}">
                <a14:useLocalDpi xmlns:a14="http://schemas.microsoft.com/office/drawing/2010/main" val="0"/>
              </a:ext>
            </a:extLst>
          </a:blip>
          <a:srcRect l="23769" t="5111"/>
          <a:stretch>
            <a:fillRect/>
          </a:stretch>
        </p:blipFill>
        <p:spPr>
          <a:xfrm>
            <a:off x="4918794" y="220337"/>
            <a:ext cx="3750071" cy="3737597"/>
          </a:xfrm>
          <a:prstGeom prst="rect">
            <a:avLst/>
          </a:prstGeom>
          <a:ln w="12700">
            <a:solidFill>
              <a:schemeClr val="tx2"/>
            </a:solidFill>
          </a:ln>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8B59F3A6-91B5-7EF5-C4CA-0B2108B54637}"/>
              </a:ext>
            </a:extLst>
          </p:cNvPr>
          <p:cNvPicPr>
            <a:picLocks noChangeAspect="1"/>
          </p:cNvPicPr>
          <p:nvPr/>
        </p:nvPicPr>
        <p:blipFill>
          <a:blip r:embed="rId3">
            <a:extLst>
              <a:ext uri="{28A0092B-C50C-407E-A947-70E740481C1C}">
                <a14:useLocalDpi xmlns:a14="http://schemas.microsoft.com/office/drawing/2010/main" val="0"/>
              </a:ext>
            </a:extLst>
          </a:blip>
          <a:srcRect l="32644" t="81577"/>
          <a:stretch>
            <a:fillRect/>
          </a:stretch>
        </p:blipFill>
        <p:spPr>
          <a:xfrm>
            <a:off x="5902592" y="2612226"/>
            <a:ext cx="5342483" cy="1057868"/>
          </a:xfrm>
          <a:prstGeom prst="rect">
            <a:avLst/>
          </a:prstGeom>
          <a:ln w="12700">
            <a:solidFill>
              <a:schemeClr val="tx2"/>
            </a:solidFill>
          </a:ln>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8B293175-6778-200E-28D1-BCC82FB443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4799" y="3848906"/>
            <a:ext cx="3885265" cy="2788757"/>
          </a:xfrm>
          <a:prstGeom prst="rect">
            <a:avLst/>
          </a:prstGeom>
          <a:ln w="12700">
            <a:solidFill>
              <a:schemeClr val="tx2"/>
            </a:solidFill>
          </a:ln>
          <a:effectLst>
            <a:outerShdw blurRad="50800" dist="38100" dir="2700000" algn="tl" rotWithShape="0">
              <a:prstClr val="black">
                <a:alpha val="40000"/>
              </a:prstClr>
            </a:outerShdw>
          </a:effectLst>
        </p:spPr>
      </p:pic>
      <p:sp>
        <p:nvSpPr>
          <p:cNvPr id="15" name="Freeform: Shape 14">
            <a:extLst>
              <a:ext uri="{FF2B5EF4-FFF2-40B4-BE49-F238E27FC236}">
                <a16:creationId xmlns:a16="http://schemas.microsoft.com/office/drawing/2014/main" id="{C6DEF603-C2B9-C86D-8BD3-804D64345C07}"/>
              </a:ext>
            </a:extLst>
          </p:cNvPr>
          <p:cNvSpPr/>
          <p:nvPr/>
        </p:nvSpPr>
        <p:spPr>
          <a:xfrm>
            <a:off x="44066" y="5309"/>
            <a:ext cx="11545678" cy="4481872"/>
          </a:xfrm>
          <a:custGeom>
            <a:avLst/>
            <a:gdLst>
              <a:gd name="csX0" fmla="*/ 0 w 11545678"/>
              <a:gd name="csY0" fmla="*/ 49775 h 4481872"/>
              <a:gd name="csX1" fmla="*/ 4560984 w 11545678"/>
              <a:gd name="csY1" fmla="*/ 578585 h 4481872"/>
              <a:gd name="csX2" fmla="*/ 5321147 w 11545678"/>
              <a:gd name="csY2" fmla="*/ 1085361 h 4481872"/>
              <a:gd name="csX3" fmla="*/ 5794873 w 11545678"/>
              <a:gd name="csY3" fmla="*/ 2231115 h 4481872"/>
              <a:gd name="csX4" fmla="*/ 5849957 w 11545678"/>
              <a:gd name="csY4" fmla="*/ 3035346 h 4481872"/>
              <a:gd name="csX5" fmla="*/ 6224531 w 11545678"/>
              <a:gd name="csY5" fmla="*/ 3982797 h 4481872"/>
              <a:gd name="csX6" fmla="*/ 7304183 w 11545678"/>
              <a:gd name="csY6" fmla="*/ 4456522 h 4481872"/>
              <a:gd name="csX7" fmla="*/ 8857562 w 11545678"/>
              <a:gd name="csY7" fmla="*/ 3586188 h 4481872"/>
              <a:gd name="csX8" fmla="*/ 11545678 w 11545678"/>
              <a:gd name="csY8" fmla="*/ 3575173 h 4481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545678" h="4481872" extrusionOk="0">
                <a:moveTo>
                  <a:pt x="0" y="49775"/>
                </a:moveTo>
                <a:cubicBezTo>
                  <a:pt x="672607" y="-296849"/>
                  <a:pt x="2377604" y="892593"/>
                  <a:pt x="4560984" y="578585"/>
                </a:cubicBezTo>
                <a:cubicBezTo>
                  <a:pt x="6077508" y="883743"/>
                  <a:pt x="4001702" y="776036"/>
                  <a:pt x="5321147" y="1085361"/>
                </a:cubicBezTo>
                <a:cubicBezTo>
                  <a:pt x="5638193" y="1526012"/>
                  <a:pt x="5739945" y="2165154"/>
                  <a:pt x="5794873" y="2231115"/>
                </a:cubicBezTo>
                <a:cubicBezTo>
                  <a:pt x="5567716" y="2342201"/>
                  <a:pt x="6135660" y="2813410"/>
                  <a:pt x="5849957" y="3035346"/>
                </a:cubicBezTo>
                <a:cubicBezTo>
                  <a:pt x="6282662" y="3370130"/>
                  <a:pt x="6077230" y="3622633"/>
                  <a:pt x="6224531" y="3982797"/>
                </a:cubicBezTo>
                <a:cubicBezTo>
                  <a:pt x="6050789" y="4112003"/>
                  <a:pt x="6787659" y="4618395"/>
                  <a:pt x="7304183" y="4456522"/>
                </a:cubicBezTo>
                <a:cubicBezTo>
                  <a:pt x="7517327" y="4081669"/>
                  <a:pt x="7699588" y="3779324"/>
                  <a:pt x="8857562" y="3586188"/>
                </a:cubicBezTo>
                <a:cubicBezTo>
                  <a:pt x="10385352" y="3565819"/>
                  <a:pt x="10311530" y="4211984"/>
                  <a:pt x="11545678" y="3575173"/>
                </a:cubicBezTo>
              </a:path>
            </a:pathLst>
          </a:custGeom>
          <a:noFill/>
          <a:ln w="28575" cap="rnd">
            <a:prstDash val="sysDash"/>
            <a:extLst>
              <a:ext uri="{C807C97D-BFC1-408E-A445-0C87EB9F89A2}">
                <ask:lineSketchStyleProps xmlns:ask="http://schemas.microsoft.com/office/drawing/2018/sketchyshapes" sd="1219033472">
                  <a:custGeom>
                    <a:avLst/>
                    <a:gdLst>
                      <a:gd name="csX0" fmla="*/ 0 w 11545678"/>
                      <a:gd name="csY0" fmla="*/ 39734 h 4459706"/>
                      <a:gd name="csX1" fmla="*/ 4560984 w 11545678"/>
                      <a:gd name="csY1" fmla="*/ 568544 h 4459706"/>
                      <a:gd name="csX2" fmla="*/ 5321147 w 11545678"/>
                      <a:gd name="csY2" fmla="*/ 1075320 h 4459706"/>
                      <a:gd name="csX3" fmla="*/ 5794873 w 11545678"/>
                      <a:gd name="csY3" fmla="*/ 2221074 h 4459706"/>
                      <a:gd name="csX4" fmla="*/ 5849957 w 11545678"/>
                      <a:gd name="csY4" fmla="*/ 3025305 h 4459706"/>
                      <a:gd name="csX5" fmla="*/ 6224531 w 11545678"/>
                      <a:gd name="csY5" fmla="*/ 3972756 h 4459706"/>
                      <a:gd name="csX6" fmla="*/ 7304183 w 11545678"/>
                      <a:gd name="csY6" fmla="*/ 4446481 h 4459706"/>
                      <a:gd name="csX7" fmla="*/ 8857562 w 11545678"/>
                      <a:gd name="csY7" fmla="*/ 3576147 h 4459706"/>
                      <a:gd name="csX8" fmla="*/ 11545678 w 11545678"/>
                      <a:gd name="csY8" fmla="*/ 3565132 h 4459706"/>
                      <a:gd name="csX0" fmla="*/ 0 w 11545678"/>
                      <a:gd name="csY0" fmla="*/ 49775 h 4481872"/>
                      <a:gd name="csX1" fmla="*/ 4560984 w 11545678"/>
                      <a:gd name="csY1" fmla="*/ 578585 h 4481872"/>
                      <a:gd name="csX2" fmla="*/ 5321147 w 11545678"/>
                      <a:gd name="csY2" fmla="*/ 1085361 h 4481872"/>
                      <a:gd name="csX3" fmla="*/ 5794873 w 11545678"/>
                      <a:gd name="csY3" fmla="*/ 2231115 h 4481872"/>
                      <a:gd name="csX4" fmla="*/ 5849957 w 11545678"/>
                      <a:gd name="csY4" fmla="*/ 3035346 h 4481872"/>
                      <a:gd name="csX5" fmla="*/ 6224531 w 11545678"/>
                      <a:gd name="csY5" fmla="*/ 3982797 h 4481872"/>
                      <a:gd name="csX6" fmla="*/ 7304183 w 11545678"/>
                      <a:gd name="csY6" fmla="*/ 4456522 h 4481872"/>
                      <a:gd name="csX7" fmla="*/ 8857562 w 11545678"/>
                      <a:gd name="csY7" fmla="*/ 3586188 h 4481872"/>
                      <a:gd name="csX8" fmla="*/ 11545678 w 11545678"/>
                      <a:gd name="csY8" fmla="*/ 3575173 h 4481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545678" h="4481872" extrusionOk="0">
                        <a:moveTo>
                          <a:pt x="0" y="49775"/>
                        </a:moveTo>
                        <a:cubicBezTo>
                          <a:pt x="780072" y="-230562"/>
                          <a:pt x="2695030" y="773458"/>
                          <a:pt x="4560984" y="578585"/>
                        </a:cubicBezTo>
                        <a:cubicBezTo>
                          <a:pt x="5958750" y="858742"/>
                          <a:pt x="4182039" y="770302"/>
                          <a:pt x="5321147" y="1085361"/>
                        </a:cubicBezTo>
                        <a:cubicBezTo>
                          <a:pt x="5649504" y="1514966"/>
                          <a:pt x="5742901" y="2148813"/>
                          <a:pt x="5794873" y="2231115"/>
                        </a:cubicBezTo>
                        <a:cubicBezTo>
                          <a:pt x="5610953" y="2365857"/>
                          <a:pt x="6084655" y="2789039"/>
                          <a:pt x="5849957" y="3035346"/>
                        </a:cubicBezTo>
                        <a:cubicBezTo>
                          <a:pt x="6225950" y="3363402"/>
                          <a:pt x="6071751" y="3633910"/>
                          <a:pt x="6224531" y="3982797"/>
                        </a:cubicBezTo>
                        <a:cubicBezTo>
                          <a:pt x="6060999" y="4113566"/>
                          <a:pt x="6810349" y="4597032"/>
                          <a:pt x="7304183" y="4456522"/>
                        </a:cubicBezTo>
                        <a:cubicBezTo>
                          <a:pt x="7520071" y="4107837"/>
                          <a:pt x="7708996" y="3766250"/>
                          <a:pt x="8857562" y="3586188"/>
                        </a:cubicBezTo>
                        <a:cubicBezTo>
                          <a:pt x="10330025" y="3534845"/>
                          <a:pt x="10185512" y="4181684"/>
                          <a:pt x="11545678" y="3575173"/>
                        </a:cubicBezTo>
                      </a:path>
                    </a:pathLst>
                  </a:cu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D1DAA26A-E1B8-E6E0-DD44-4D5024B9E0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2353">
            <a:off x="11274009" y="2816037"/>
            <a:ext cx="851015" cy="1008711"/>
          </a:xfrm>
          <a:prstGeom prst="rect">
            <a:avLst/>
          </a:prstGeom>
        </p:spPr>
      </p:pic>
      <p:grpSp>
        <p:nvGrpSpPr>
          <p:cNvPr id="21" name="Group 20">
            <a:extLst>
              <a:ext uri="{FF2B5EF4-FFF2-40B4-BE49-F238E27FC236}">
                <a16:creationId xmlns:a16="http://schemas.microsoft.com/office/drawing/2014/main" id="{9BDD2ADE-B9FA-504C-7ED5-93F6645B849F}"/>
              </a:ext>
            </a:extLst>
          </p:cNvPr>
          <p:cNvGrpSpPr/>
          <p:nvPr/>
        </p:nvGrpSpPr>
        <p:grpSpPr>
          <a:xfrm>
            <a:off x="4550159" y="335457"/>
            <a:ext cx="901622" cy="901622"/>
            <a:chOff x="4550159" y="335457"/>
            <a:chExt cx="901622" cy="901622"/>
          </a:xfrm>
        </p:grpSpPr>
        <p:sp>
          <p:nvSpPr>
            <p:cNvPr id="6" name="Oval 5">
              <a:extLst>
                <a:ext uri="{FF2B5EF4-FFF2-40B4-BE49-F238E27FC236}">
                  <a16:creationId xmlns:a16="http://schemas.microsoft.com/office/drawing/2014/main" id="{EF758131-D725-4D43-1FAF-0855B82CE3CF}"/>
                </a:ext>
              </a:extLst>
            </p:cNvPr>
            <p:cNvSpPr/>
            <p:nvPr/>
          </p:nvSpPr>
          <p:spPr>
            <a:xfrm>
              <a:off x="4550159" y="335457"/>
              <a:ext cx="901622" cy="901622"/>
            </a:xfrm>
            <a:prstGeom prst="ellipse">
              <a:avLst/>
            </a:prstGeom>
            <a:solidFill>
              <a:schemeClr val="bg1"/>
            </a:solid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4C97DBD-BBFE-6FFD-35DA-1EC33A34EEC8}"/>
                </a:ext>
              </a:extLst>
            </p:cNvPr>
            <p:cNvSpPr txBox="1"/>
            <p:nvPr/>
          </p:nvSpPr>
          <p:spPr>
            <a:xfrm>
              <a:off x="4804442" y="524658"/>
              <a:ext cx="393056" cy="523220"/>
            </a:xfrm>
            <a:prstGeom prst="rect">
              <a:avLst/>
            </a:prstGeom>
            <a:noFill/>
          </p:spPr>
          <p:txBody>
            <a:bodyPr wrap="none" rtlCol="0">
              <a:spAutoFit/>
            </a:bodyPr>
            <a:lstStyle/>
            <a:p>
              <a:r>
                <a:rPr lang="en-US" sz="2800" dirty="0">
                  <a:solidFill>
                    <a:schemeClr val="accent5"/>
                  </a:solidFill>
                  <a:latin typeface="Aptos Black" panose="020B0004020202020204" pitchFamily="34" charset="0"/>
                </a:rPr>
                <a:t>1</a:t>
              </a:r>
            </a:p>
          </p:txBody>
        </p:sp>
      </p:grpSp>
      <p:grpSp>
        <p:nvGrpSpPr>
          <p:cNvPr id="20" name="Group 19">
            <a:extLst>
              <a:ext uri="{FF2B5EF4-FFF2-40B4-BE49-F238E27FC236}">
                <a16:creationId xmlns:a16="http://schemas.microsoft.com/office/drawing/2014/main" id="{CEC6A539-6384-1E01-A099-934BE6A2FB19}"/>
              </a:ext>
            </a:extLst>
          </p:cNvPr>
          <p:cNvGrpSpPr/>
          <p:nvPr/>
        </p:nvGrpSpPr>
        <p:grpSpPr>
          <a:xfrm>
            <a:off x="5451781" y="2173741"/>
            <a:ext cx="901622" cy="901622"/>
            <a:chOff x="5451781" y="2173741"/>
            <a:chExt cx="901622" cy="901622"/>
          </a:xfrm>
        </p:grpSpPr>
        <p:sp>
          <p:nvSpPr>
            <p:cNvPr id="10" name="Oval 9">
              <a:extLst>
                <a:ext uri="{FF2B5EF4-FFF2-40B4-BE49-F238E27FC236}">
                  <a16:creationId xmlns:a16="http://schemas.microsoft.com/office/drawing/2014/main" id="{58883ACD-2201-8820-95B8-44951659B19E}"/>
                </a:ext>
              </a:extLst>
            </p:cNvPr>
            <p:cNvSpPr/>
            <p:nvPr/>
          </p:nvSpPr>
          <p:spPr>
            <a:xfrm>
              <a:off x="5451781" y="2173741"/>
              <a:ext cx="901622" cy="901622"/>
            </a:xfrm>
            <a:prstGeom prst="ellipse">
              <a:avLst/>
            </a:prstGeom>
            <a:solidFill>
              <a:schemeClr val="bg1"/>
            </a:solid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6DD14A0-EC81-5696-9C1A-464DACC59130}"/>
                </a:ext>
              </a:extLst>
            </p:cNvPr>
            <p:cNvSpPr txBox="1"/>
            <p:nvPr/>
          </p:nvSpPr>
          <p:spPr>
            <a:xfrm>
              <a:off x="5700933" y="2339473"/>
              <a:ext cx="393056" cy="523220"/>
            </a:xfrm>
            <a:prstGeom prst="rect">
              <a:avLst/>
            </a:prstGeom>
            <a:noFill/>
          </p:spPr>
          <p:txBody>
            <a:bodyPr wrap="none" rtlCol="0">
              <a:spAutoFit/>
            </a:bodyPr>
            <a:lstStyle/>
            <a:p>
              <a:r>
                <a:rPr lang="en-US" sz="2800" dirty="0">
                  <a:solidFill>
                    <a:schemeClr val="accent5"/>
                  </a:solidFill>
                  <a:latin typeface="Aptos Black" panose="020B0004020202020204" pitchFamily="34" charset="0"/>
                </a:rPr>
                <a:t>2</a:t>
              </a:r>
            </a:p>
          </p:txBody>
        </p:sp>
      </p:grpSp>
      <p:grpSp>
        <p:nvGrpSpPr>
          <p:cNvPr id="19" name="Group 18">
            <a:extLst>
              <a:ext uri="{FF2B5EF4-FFF2-40B4-BE49-F238E27FC236}">
                <a16:creationId xmlns:a16="http://schemas.microsoft.com/office/drawing/2014/main" id="{49E770C5-5C13-D19C-CA7A-897DEE62ADAD}"/>
              </a:ext>
            </a:extLst>
          </p:cNvPr>
          <p:cNvGrpSpPr/>
          <p:nvPr/>
        </p:nvGrpSpPr>
        <p:grpSpPr>
          <a:xfrm>
            <a:off x="7093988" y="3732941"/>
            <a:ext cx="901622" cy="901622"/>
            <a:chOff x="7093988" y="3732941"/>
            <a:chExt cx="901622" cy="901622"/>
          </a:xfrm>
        </p:grpSpPr>
        <p:sp>
          <p:nvSpPr>
            <p:cNvPr id="12" name="Oval 11">
              <a:extLst>
                <a:ext uri="{FF2B5EF4-FFF2-40B4-BE49-F238E27FC236}">
                  <a16:creationId xmlns:a16="http://schemas.microsoft.com/office/drawing/2014/main" id="{C970A51B-2FB8-E154-75E1-0B854A4DDA9E}"/>
                </a:ext>
              </a:extLst>
            </p:cNvPr>
            <p:cNvSpPr/>
            <p:nvPr/>
          </p:nvSpPr>
          <p:spPr>
            <a:xfrm>
              <a:off x="7093988" y="3732941"/>
              <a:ext cx="901622" cy="901622"/>
            </a:xfrm>
            <a:prstGeom prst="ellipse">
              <a:avLst/>
            </a:prstGeom>
            <a:solidFill>
              <a:schemeClr val="bg1"/>
            </a:solid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CB9FADE-44F3-6043-47F2-1702E17F0DE6}"/>
                </a:ext>
              </a:extLst>
            </p:cNvPr>
            <p:cNvSpPr txBox="1"/>
            <p:nvPr/>
          </p:nvSpPr>
          <p:spPr>
            <a:xfrm>
              <a:off x="7348271" y="3942847"/>
              <a:ext cx="393056" cy="523220"/>
            </a:xfrm>
            <a:prstGeom prst="rect">
              <a:avLst/>
            </a:prstGeom>
            <a:noFill/>
          </p:spPr>
          <p:txBody>
            <a:bodyPr wrap="none" rtlCol="0">
              <a:spAutoFit/>
            </a:bodyPr>
            <a:lstStyle/>
            <a:p>
              <a:r>
                <a:rPr lang="en-US" sz="2800" dirty="0">
                  <a:solidFill>
                    <a:schemeClr val="accent5"/>
                  </a:solidFill>
                  <a:latin typeface="Aptos Black" panose="020B0004020202020204" pitchFamily="34" charset="0"/>
                </a:rPr>
                <a:t>3</a:t>
              </a:r>
            </a:p>
          </p:txBody>
        </p:sp>
      </p:grpSp>
    </p:spTree>
    <p:extLst>
      <p:ext uri="{BB962C8B-B14F-4D97-AF65-F5344CB8AC3E}">
        <p14:creationId xmlns:p14="http://schemas.microsoft.com/office/powerpoint/2010/main" val="704609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Shape 38">
            <a:extLst>
              <a:ext uri="{FF2B5EF4-FFF2-40B4-BE49-F238E27FC236}">
                <a16:creationId xmlns:a16="http://schemas.microsoft.com/office/drawing/2014/main" id="{B5C704A8-DF50-26ED-71E1-7FB9A86D5624}"/>
              </a:ext>
            </a:extLst>
          </p:cNvPr>
          <p:cNvSpPr/>
          <p:nvPr/>
        </p:nvSpPr>
        <p:spPr>
          <a:xfrm>
            <a:off x="209320" y="627963"/>
            <a:ext cx="9992298" cy="5011926"/>
          </a:xfrm>
          <a:custGeom>
            <a:avLst/>
            <a:gdLst>
              <a:gd name="csX0" fmla="*/ 0 w 9992298"/>
              <a:gd name="csY0" fmla="*/ 2071171 h 5011926"/>
              <a:gd name="csX1" fmla="*/ 3139808 w 9992298"/>
              <a:gd name="csY1" fmla="*/ 3624549 h 5011926"/>
              <a:gd name="csX2" fmla="*/ 3327094 w 9992298"/>
              <a:gd name="csY2" fmla="*/ 4957590 h 5011926"/>
              <a:gd name="csX3" fmla="*/ 5486400 w 9992298"/>
              <a:gd name="csY3" fmla="*/ 3227942 h 5011926"/>
              <a:gd name="csX4" fmla="*/ 8339769 w 9992298"/>
              <a:gd name="csY4" fmla="*/ 3161840 h 5011926"/>
              <a:gd name="csX5" fmla="*/ 8912646 w 9992298"/>
              <a:gd name="csY5" fmla="*/ 1244905 h 5011926"/>
              <a:gd name="csX6" fmla="*/ 9992298 w 9992298"/>
              <a:gd name="csY6" fmla="*/ 0 h 50119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992298" h="5011926" extrusionOk="0">
                <a:moveTo>
                  <a:pt x="0" y="2071171"/>
                </a:moveTo>
                <a:cubicBezTo>
                  <a:pt x="1515036" y="2067907"/>
                  <a:pt x="3013811" y="3204060"/>
                  <a:pt x="3139808" y="3624549"/>
                </a:cubicBezTo>
                <a:cubicBezTo>
                  <a:pt x="3214905" y="4071563"/>
                  <a:pt x="2875856" y="4571232"/>
                  <a:pt x="3327094" y="4957590"/>
                </a:cubicBezTo>
                <a:cubicBezTo>
                  <a:pt x="3600487" y="5431316"/>
                  <a:pt x="4628458" y="3651577"/>
                  <a:pt x="5486400" y="3227942"/>
                </a:cubicBezTo>
                <a:cubicBezTo>
                  <a:pt x="6596970" y="2735870"/>
                  <a:pt x="8239461" y="3844132"/>
                  <a:pt x="8339769" y="3161840"/>
                </a:cubicBezTo>
                <a:cubicBezTo>
                  <a:pt x="8619302" y="2533370"/>
                  <a:pt x="8659510" y="1726016"/>
                  <a:pt x="8912646" y="1244905"/>
                </a:cubicBezTo>
                <a:cubicBezTo>
                  <a:pt x="9110904" y="706116"/>
                  <a:pt x="9288419" y="392040"/>
                  <a:pt x="9992298" y="0"/>
                </a:cubicBezTo>
              </a:path>
            </a:pathLst>
          </a:custGeom>
          <a:noFill/>
          <a:ln w="28575" cap="rnd">
            <a:prstDash val="dash"/>
            <a:extLst>
              <a:ext uri="{C807C97D-BFC1-408E-A445-0C87EB9F89A2}">
                <ask:lineSketchStyleProps xmlns:ask="http://schemas.microsoft.com/office/drawing/2018/sketchyshapes" sd="1219033472">
                  <a:custGeom>
                    <a:avLst/>
                    <a:gdLst>
                      <a:gd name="csX0" fmla="*/ 0 w 9992299"/>
                      <a:gd name="csY0" fmla="*/ 2434728 h 5321147"/>
                      <a:gd name="csX1" fmla="*/ 3139808 w 9992299"/>
                      <a:gd name="csY1" fmla="*/ 3988106 h 5321147"/>
                      <a:gd name="csX2" fmla="*/ 3327094 w 9992299"/>
                      <a:gd name="csY2" fmla="*/ 5321147 h 5321147"/>
                      <a:gd name="csX3" fmla="*/ 5486400 w 9992299"/>
                      <a:gd name="csY3" fmla="*/ 3591499 h 5321147"/>
                      <a:gd name="csX4" fmla="*/ 8339769 w 9992299"/>
                      <a:gd name="csY4" fmla="*/ 3525397 h 5321147"/>
                      <a:gd name="csX5" fmla="*/ 8912646 w 9992299"/>
                      <a:gd name="csY5" fmla="*/ 1608462 h 5321147"/>
                      <a:gd name="csX6" fmla="*/ 9992299 w 9992299"/>
                      <a:gd name="csY6" fmla="*/ 0 h 5321147"/>
                      <a:gd name="csX0" fmla="*/ 0 w 10003315"/>
                      <a:gd name="csY0" fmla="*/ 2236424 h 5122843"/>
                      <a:gd name="csX1" fmla="*/ 3139808 w 10003315"/>
                      <a:gd name="csY1" fmla="*/ 3789802 h 5122843"/>
                      <a:gd name="csX2" fmla="*/ 3327094 w 10003315"/>
                      <a:gd name="csY2" fmla="*/ 5122843 h 5122843"/>
                      <a:gd name="csX3" fmla="*/ 5486400 w 10003315"/>
                      <a:gd name="csY3" fmla="*/ 3393195 h 5122843"/>
                      <a:gd name="csX4" fmla="*/ 8339769 w 10003315"/>
                      <a:gd name="csY4" fmla="*/ 3327093 h 5122843"/>
                      <a:gd name="csX5" fmla="*/ 8912646 w 10003315"/>
                      <a:gd name="csY5" fmla="*/ 1410158 h 5122843"/>
                      <a:gd name="csX6" fmla="*/ 10003315 w 10003315"/>
                      <a:gd name="csY6" fmla="*/ 0 h 5122843"/>
                      <a:gd name="csX0" fmla="*/ 0 w 10003315"/>
                      <a:gd name="csY0" fmla="*/ 2236424 h 5122843"/>
                      <a:gd name="csX1" fmla="*/ 3139808 w 10003315"/>
                      <a:gd name="csY1" fmla="*/ 3789802 h 5122843"/>
                      <a:gd name="csX2" fmla="*/ 3327094 w 10003315"/>
                      <a:gd name="csY2" fmla="*/ 5122843 h 5122843"/>
                      <a:gd name="csX3" fmla="*/ 5486400 w 10003315"/>
                      <a:gd name="csY3" fmla="*/ 3393195 h 5122843"/>
                      <a:gd name="csX4" fmla="*/ 8339769 w 10003315"/>
                      <a:gd name="csY4" fmla="*/ 3327093 h 5122843"/>
                      <a:gd name="csX5" fmla="*/ 8912646 w 10003315"/>
                      <a:gd name="csY5" fmla="*/ 1410158 h 5122843"/>
                      <a:gd name="csX6" fmla="*/ 10003315 w 10003315"/>
                      <a:gd name="csY6" fmla="*/ 0 h 5122843"/>
                      <a:gd name="csX0" fmla="*/ 0 w 10003315"/>
                      <a:gd name="csY0" fmla="*/ 2236424 h 5122843"/>
                      <a:gd name="csX1" fmla="*/ 3139808 w 10003315"/>
                      <a:gd name="csY1" fmla="*/ 3789802 h 5122843"/>
                      <a:gd name="csX2" fmla="*/ 3327094 w 10003315"/>
                      <a:gd name="csY2" fmla="*/ 5122843 h 5122843"/>
                      <a:gd name="csX3" fmla="*/ 5486400 w 10003315"/>
                      <a:gd name="csY3" fmla="*/ 3393195 h 5122843"/>
                      <a:gd name="csX4" fmla="*/ 8339769 w 10003315"/>
                      <a:gd name="csY4" fmla="*/ 3327093 h 5122843"/>
                      <a:gd name="csX5" fmla="*/ 8912646 w 10003315"/>
                      <a:gd name="csY5" fmla="*/ 1410158 h 5122843"/>
                      <a:gd name="csX6" fmla="*/ 10003315 w 10003315"/>
                      <a:gd name="csY6" fmla="*/ 0 h 5122843"/>
                      <a:gd name="csX0" fmla="*/ 0 w 10003315"/>
                      <a:gd name="csY0" fmla="*/ 2236424 h 5122843"/>
                      <a:gd name="csX1" fmla="*/ 3139808 w 10003315"/>
                      <a:gd name="csY1" fmla="*/ 3789802 h 5122843"/>
                      <a:gd name="csX2" fmla="*/ 3327094 w 10003315"/>
                      <a:gd name="csY2" fmla="*/ 5122843 h 5122843"/>
                      <a:gd name="csX3" fmla="*/ 5486400 w 10003315"/>
                      <a:gd name="csY3" fmla="*/ 3393195 h 5122843"/>
                      <a:gd name="csX4" fmla="*/ 8339769 w 10003315"/>
                      <a:gd name="csY4" fmla="*/ 3327093 h 5122843"/>
                      <a:gd name="csX5" fmla="*/ 8912646 w 10003315"/>
                      <a:gd name="csY5" fmla="*/ 1410158 h 5122843"/>
                      <a:gd name="csX6" fmla="*/ 10003315 w 10003315"/>
                      <a:gd name="csY6" fmla="*/ 0 h 5122843"/>
                      <a:gd name="csX0" fmla="*/ 0 w 10003315"/>
                      <a:gd name="csY0" fmla="*/ 2236424 h 5122843"/>
                      <a:gd name="csX1" fmla="*/ 3139808 w 10003315"/>
                      <a:gd name="csY1" fmla="*/ 3789802 h 5122843"/>
                      <a:gd name="csX2" fmla="*/ 3327094 w 10003315"/>
                      <a:gd name="csY2" fmla="*/ 5122843 h 5122843"/>
                      <a:gd name="csX3" fmla="*/ 5486400 w 10003315"/>
                      <a:gd name="csY3" fmla="*/ 3393195 h 5122843"/>
                      <a:gd name="csX4" fmla="*/ 8339769 w 10003315"/>
                      <a:gd name="csY4" fmla="*/ 3327093 h 5122843"/>
                      <a:gd name="csX5" fmla="*/ 8912646 w 10003315"/>
                      <a:gd name="csY5" fmla="*/ 1410158 h 5122843"/>
                      <a:gd name="csX6" fmla="*/ 10003315 w 10003315"/>
                      <a:gd name="csY6" fmla="*/ 0 h 5122843"/>
                      <a:gd name="csX0" fmla="*/ 0 w 10003315"/>
                      <a:gd name="csY0" fmla="*/ 2236424 h 5122843"/>
                      <a:gd name="csX1" fmla="*/ 3139808 w 10003315"/>
                      <a:gd name="csY1" fmla="*/ 3789802 h 5122843"/>
                      <a:gd name="csX2" fmla="*/ 3327094 w 10003315"/>
                      <a:gd name="csY2" fmla="*/ 5122843 h 5122843"/>
                      <a:gd name="csX3" fmla="*/ 5486400 w 10003315"/>
                      <a:gd name="csY3" fmla="*/ 3393195 h 5122843"/>
                      <a:gd name="csX4" fmla="*/ 8339769 w 10003315"/>
                      <a:gd name="csY4" fmla="*/ 3327093 h 5122843"/>
                      <a:gd name="csX5" fmla="*/ 8912646 w 10003315"/>
                      <a:gd name="csY5" fmla="*/ 1410158 h 5122843"/>
                      <a:gd name="csX6" fmla="*/ 10003315 w 10003315"/>
                      <a:gd name="csY6" fmla="*/ 0 h 5122843"/>
                      <a:gd name="csX0" fmla="*/ 0 w 10003315"/>
                      <a:gd name="csY0" fmla="*/ 2236424 h 5122843"/>
                      <a:gd name="csX1" fmla="*/ 3139808 w 10003315"/>
                      <a:gd name="csY1" fmla="*/ 3789802 h 5122843"/>
                      <a:gd name="csX2" fmla="*/ 3327094 w 10003315"/>
                      <a:gd name="csY2" fmla="*/ 5122843 h 5122843"/>
                      <a:gd name="csX3" fmla="*/ 5486400 w 10003315"/>
                      <a:gd name="csY3" fmla="*/ 3393195 h 5122843"/>
                      <a:gd name="csX4" fmla="*/ 8339769 w 10003315"/>
                      <a:gd name="csY4" fmla="*/ 3327093 h 5122843"/>
                      <a:gd name="csX5" fmla="*/ 8912646 w 10003315"/>
                      <a:gd name="csY5" fmla="*/ 1410158 h 5122843"/>
                      <a:gd name="csX6" fmla="*/ 10003315 w 10003315"/>
                      <a:gd name="csY6" fmla="*/ 0 h 5122843"/>
                      <a:gd name="csX0" fmla="*/ 0 w 10003315"/>
                      <a:gd name="csY0" fmla="*/ 2236424 h 5122843"/>
                      <a:gd name="csX1" fmla="*/ 3139808 w 10003315"/>
                      <a:gd name="csY1" fmla="*/ 3789802 h 5122843"/>
                      <a:gd name="csX2" fmla="*/ 3327094 w 10003315"/>
                      <a:gd name="csY2" fmla="*/ 5122843 h 5122843"/>
                      <a:gd name="csX3" fmla="*/ 5486400 w 10003315"/>
                      <a:gd name="csY3" fmla="*/ 3393195 h 5122843"/>
                      <a:gd name="csX4" fmla="*/ 8339769 w 10003315"/>
                      <a:gd name="csY4" fmla="*/ 3327093 h 5122843"/>
                      <a:gd name="csX5" fmla="*/ 8912646 w 10003315"/>
                      <a:gd name="csY5" fmla="*/ 1410158 h 5122843"/>
                      <a:gd name="csX6" fmla="*/ 10003315 w 10003315"/>
                      <a:gd name="csY6" fmla="*/ 0 h 5122843"/>
                      <a:gd name="csX0" fmla="*/ 0 w 10003315"/>
                      <a:gd name="csY0" fmla="*/ 2236424 h 5122843"/>
                      <a:gd name="csX1" fmla="*/ 3139808 w 10003315"/>
                      <a:gd name="csY1" fmla="*/ 3789802 h 5122843"/>
                      <a:gd name="csX2" fmla="*/ 3327094 w 10003315"/>
                      <a:gd name="csY2" fmla="*/ 5122843 h 5122843"/>
                      <a:gd name="csX3" fmla="*/ 5486400 w 10003315"/>
                      <a:gd name="csY3" fmla="*/ 3393195 h 5122843"/>
                      <a:gd name="csX4" fmla="*/ 8339769 w 10003315"/>
                      <a:gd name="csY4" fmla="*/ 3327093 h 5122843"/>
                      <a:gd name="csX5" fmla="*/ 8912646 w 10003315"/>
                      <a:gd name="csY5" fmla="*/ 1410158 h 5122843"/>
                      <a:gd name="csX6" fmla="*/ 10003315 w 10003315"/>
                      <a:gd name="csY6" fmla="*/ 0 h 5122843"/>
                      <a:gd name="csX0" fmla="*/ 0 w 10003315"/>
                      <a:gd name="csY0" fmla="*/ 2236424 h 5190618"/>
                      <a:gd name="csX1" fmla="*/ 3139808 w 10003315"/>
                      <a:gd name="csY1" fmla="*/ 3789802 h 5190618"/>
                      <a:gd name="csX2" fmla="*/ 3327094 w 10003315"/>
                      <a:gd name="csY2" fmla="*/ 5122843 h 5190618"/>
                      <a:gd name="csX3" fmla="*/ 5486400 w 10003315"/>
                      <a:gd name="csY3" fmla="*/ 3393195 h 5190618"/>
                      <a:gd name="csX4" fmla="*/ 8339769 w 10003315"/>
                      <a:gd name="csY4" fmla="*/ 3327093 h 5190618"/>
                      <a:gd name="csX5" fmla="*/ 8912646 w 10003315"/>
                      <a:gd name="csY5" fmla="*/ 1410158 h 5190618"/>
                      <a:gd name="csX6" fmla="*/ 10003315 w 10003315"/>
                      <a:gd name="csY6" fmla="*/ 0 h 5190618"/>
                      <a:gd name="csX0" fmla="*/ 0 w 10003315"/>
                      <a:gd name="csY0" fmla="*/ 2236424 h 5190618"/>
                      <a:gd name="csX1" fmla="*/ 3139808 w 10003315"/>
                      <a:gd name="csY1" fmla="*/ 3789802 h 5190618"/>
                      <a:gd name="csX2" fmla="*/ 3327094 w 10003315"/>
                      <a:gd name="csY2" fmla="*/ 5122843 h 5190618"/>
                      <a:gd name="csX3" fmla="*/ 5486400 w 10003315"/>
                      <a:gd name="csY3" fmla="*/ 3393195 h 5190618"/>
                      <a:gd name="csX4" fmla="*/ 8339769 w 10003315"/>
                      <a:gd name="csY4" fmla="*/ 3327093 h 5190618"/>
                      <a:gd name="csX5" fmla="*/ 8912646 w 10003315"/>
                      <a:gd name="csY5" fmla="*/ 1410158 h 5190618"/>
                      <a:gd name="csX6" fmla="*/ 10003315 w 10003315"/>
                      <a:gd name="csY6" fmla="*/ 0 h 5190618"/>
                      <a:gd name="csX0" fmla="*/ 0 w 10003315"/>
                      <a:gd name="csY0" fmla="*/ 2236424 h 5190618"/>
                      <a:gd name="csX1" fmla="*/ 3139808 w 10003315"/>
                      <a:gd name="csY1" fmla="*/ 3789802 h 5190618"/>
                      <a:gd name="csX2" fmla="*/ 3327094 w 10003315"/>
                      <a:gd name="csY2" fmla="*/ 5122843 h 5190618"/>
                      <a:gd name="csX3" fmla="*/ 5486400 w 10003315"/>
                      <a:gd name="csY3" fmla="*/ 3393195 h 5190618"/>
                      <a:gd name="csX4" fmla="*/ 8339769 w 10003315"/>
                      <a:gd name="csY4" fmla="*/ 3327093 h 5190618"/>
                      <a:gd name="csX5" fmla="*/ 8912646 w 10003315"/>
                      <a:gd name="csY5" fmla="*/ 1410158 h 5190618"/>
                      <a:gd name="csX6" fmla="*/ 10003315 w 10003315"/>
                      <a:gd name="csY6" fmla="*/ 0 h 5190618"/>
                      <a:gd name="csX0" fmla="*/ 0 w 10003315"/>
                      <a:gd name="csY0" fmla="*/ 2236424 h 5190618"/>
                      <a:gd name="csX1" fmla="*/ 3139808 w 10003315"/>
                      <a:gd name="csY1" fmla="*/ 3789802 h 5190618"/>
                      <a:gd name="csX2" fmla="*/ 3327094 w 10003315"/>
                      <a:gd name="csY2" fmla="*/ 5122843 h 5190618"/>
                      <a:gd name="csX3" fmla="*/ 5486400 w 10003315"/>
                      <a:gd name="csY3" fmla="*/ 3393195 h 5190618"/>
                      <a:gd name="csX4" fmla="*/ 8339769 w 10003315"/>
                      <a:gd name="csY4" fmla="*/ 3327093 h 5190618"/>
                      <a:gd name="csX5" fmla="*/ 8912646 w 10003315"/>
                      <a:gd name="csY5" fmla="*/ 1410158 h 5190618"/>
                      <a:gd name="csX6" fmla="*/ 10003315 w 10003315"/>
                      <a:gd name="csY6" fmla="*/ 0 h 5190618"/>
                      <a:gd name="csX0" fmla="*/ 0 w 10003315"/>
                      <a:gd name="csY0" fmla="*/ 2236424 h 5177179"/>
                      <a:gd name="csX1" fmla="*/ 3139808 w 10003315"/>
                      <a:gd name="csY1" fmla="*/ 3789802 h 5177179"/>
                      <a:gd name="csX2" fmla="*/ 3327094 w 10003315"/>
                      <a:gd name="csY2" fmla="*/ 5122843 h 5177179"/>
                      <a:gd name="csX3" fmla="*/ 5486400 w 10003315"/>
                      <a:gd name="csY3" fmla="*/ 3393195 h 5177179"/>
                      <a:gd name="csX4" fmla="*/ 8339769 w 10003315"/>
                      <a:gd name="csY4" fmla="*/ 3327093 h 5177179"/>
                      <a:gd name="csX5" fmla="*/ 8912646 w 10003315"/>
                      <a:gd name="csY5" fmla="*/ 1410158 h 5177179"/>
                      <a:gd name="csX6" fmla="*/ 10003315 w 10003315"/>
                      <a:gd name="csY6" fmla="*/ 0 h 5177179"/>
                      <a:gd name="csX0" fmla="*/ 0 w 9992298"/>
                      <a:gd name="csY0" fmla="*/ 2071171 h 5011926"/>
                      <a:gd name="csX1" fmla="*/ 3139808 w 9992298"/>
                      <a:gd name="csY1" fmla="*/ 3624549 h 5011926"/>
                      <a:gd name="csX2" fmla="*/ 3327094 w 9992298"/>
                      <a:gd name="csY2" fmla="*/ 4957590 h 5011926"/>
                      <a:gd name="csX3" fmla="*/ 5486400 w 9992298"/>
                      <a:gd name="csY3" fmla="*/ 3227942 h 5011926"/>
                      <a:gd name="csX4" fmla="*/ 8339769 w 9992298"/>
                      <a:gd name="csY4" fmla="*/ 3161840 h 5011926"/>
                      <a:gd name="csX5" fmla="*/ 8912646 w 9992298"/>
                      <a:gd name="csY5" fmla="*/ 1244905 h 5011926"/>
                      <a:gd name="csX6" fmla="*/ 9992298 w 9992298"/>
                      <a:gd name="csY6" fmla="*/ 0 h 50119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992298" h="5011926">
                        <a:moveTo>
                          <a:pt x="0" y="2071171"/>
                        </a:moveTo>
                        <a:cubicBezTo>
                          <a:pt x="1520328" y="2071171"/>
                          <a:pt x="3077379" y="3180202"/>
                          <a:pt x="3139808" y="3624549"/>
                        </a:cubicBezTo>
                        <a:cubicBezTo>
                          <a:pt x="3202237" y="4068896"/>
                          <a:pt x="2967210" y="4568327"/>
                          <a:pt x="3327094" y="4957590"/>
                        </a:cubicBezTo>
                        <a:cubicBezTo>
                          <a:pt x="3686978" y="5346853"/>
                          <a:pt x="4650954" y="3527234"/>
                          <a:pt x="5486400" y="3227942"/>
                        </a:cubicBezTo>
                        <a:cubicBezTo>
                          <a:pt x="6690911" y="2787267"/>
                          <a:pt x="8148810" y="3800818"/>
                          <a:pt x="8339769" y="3161840"/>
                        </a:cubicBezTo>
                        <a:cubicBezTo>
                          <a:pt x="8530728" y="2522862"/>
                          <a:pt x="8637225" y="1771878"/>
                          <a:pt x="8912646" y="1244905"/>
                        </a:cubicBezTo>
                        <a:cubicBezTo>
                          <a:pt x="9188067" y="717932"/>
                          <a:pt x="9345975" y="337851"/>
                          <a:pt x="9992298" y="0"/>
                        </a:cubicBezTo>
                      </a:path>
                    </a:pathLst>
                  </a:cu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BFDF53-8B8F-4EA4-8872-10F4E597E364}"/>
              </a:ext>
            </a:extLst>
          </p:cNvPr>
          <p:cNvSpPr/>
          <p:nvPr/>
        </p:nvSpPr>
        <p:spPr>
          <a:xfrm>
            <a:off x="121186" y="539605"/>
            <a:ext cx="4153359" cy="19545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511184-F291-CF34-A072-609251A1DA0C}"/>
              </a:ext>
            </a:extLst>
          </p:cNvPr>
          <p:cNvSpPr>
            <a:spLocks noGrp="1"/>
          </p:cNvSpPr>
          <p:nvPr>
            <p:ph type="title"/>
          </p:nvPr>
        </p:nvSpPr>
        <p:spPr>
          <a:xfrm>
            <a:off x="121186" y="589156"/>
            <a:ext cx="4439797" cy="1904997"/>
          </a:xfrm>
        </p:spPr>
        <p:txBody>
          <a:bodyPr>
            <a:normAutofit fontScale="90000"/>
          </a:bodyPr>
          <a:lstStyle/>
          <a:p>
            <a:r>
              <a:rPr lang="en-US" dirty="0">
                <a:solidFill>
                  <a:schemeClr val="bg1"/>
                </a:solidFill>
              </a:rPr>
              <a:t>Additional methods for learning styles</a:t>
            </a:r>
          </a:p>
        </p:txBody>
      </p:sp>
      <p:sp>
        <p:nvSpPr>
          <p:cNvPr id="3" name="Content Placeholder 2">
            <a:extLst>
              <a:ext uri="{FF2B5EF4-FFF2-40B4-BE49-F238E27FC236}">
                <a16:creationId xmlns:a16="http://schemas.microsoft.com/office/drawing/2014/main" id="{C94775D3-5A1B-6D39-45F0-EF1639438E3D}"/>
              </a:ext>
            </a:extLst>
          </p:cNvPr>
          <p:cNvSpPr>
            <a:spLocks noGrp="1"/>
          </p:cNvSpPr>
          <p:nvPr>
            <p:ph idx="1"/>
          </p:nvPr>
        </p:nvSpPr>
        <p:spPr>
          <a:xfrm>
            <a:off x="8035628" y="4883278"/>
            <a:ext cx="3695603" cy="1756443"/>
          </a:xfrm>
          <a:solidFill>
            <a:schemeClr val="bg1"/>
          </a:solidFill>
        </p:spPr>
        <p:txBody>
          <a:bodyPr wrap="square">
            <a:spAutoFit/>
          </a:bodyPr>
          <a:lstStyle/>
          <a:p>
            <a:pPr marL="0" lvl="1" indent="0">
              <a:spcBef>
                <a:spcPts val="600"/>
              </a:spcBef>
              <a:spcAft>
                <a:spcPts val="600"/>
              </a:spcAft>
              <a:buNone/>
            </a:pPr>
            <a:r>
              <a:rPr lang="en-US" dirty="0"/>
              <a:t>Drawing notes from the audio and/or softcopy of the notes can help to create a custom visual learning guide</a:t>
            </a:r>
          </a:p>
        </p:txBody>
      </p:sp>
      <p:grpSp>
        <p:nvGrpSpPr>
          <p:cNvPr id="14" name="Group 13">
            <a:extLst>
              <a:ext uri="{FF2B5EF4-FFF2-40B4-BE49-F238E27FC236}">
                <a16:creationId xmlns:a16="http://schemas.microsoft.com/office/drawing/2014/main" id="{37C24F95-5ADF-66F1-05D7-3E4739E406DC}"/>
              </a:ext>
            </a:extLst>
          </p:cNvPr>
          <p:cNvGrpSpPr/>
          <p:nvPr/>
        </p:nvGrpSpPr>
        <p:grpSpPr>
          <a:xfrm>
            <a:off x="8148183" y="2760351"/>
            <a:ext cx="1337297" cy="1337297"/>
            <a:chOff x="1256747" y="2626272"/>
            <a:chExt cx="1337297" cy="1337297"/>
          </a:xfrm>
        </p:grpSpPr>
        <p:sp>
          <p:nvSpPr>
            <p:cNvPr id="16" name="Oval 15">
              <a:extLst>
                <a:ext uri="{FF2B5EF4-FFF2-40B4-BE49-F238E27FC236}">
                  <a16:creationId xmlns:a16="http://schemas.microsoft.com/office/drawing/2014/main" id="{262A53E7-D1FF-52C0-7948-B47C839406BF}"/>
                </a:ext>
              </a:extLst>
            </p:cNvPr>
            <p:cNvSpPr/>
            <p:nvPr/>
          </p:nvSpPr>
          <p:spPr>
            <a:xfrm>
              <a:off x="1256747" y="2626272"/>
              <a:ext cx="1337297" cy="1337297"/>
            </a:xfrm>
            <a:prstGeom prst="ellipse">
              <a:avLst/>
            </a:prstGeom>
            <a:solidFill>
              <a:schemeClr val="bg1"/>
            </a:solid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3C54B862-BB21-D36C-9130-43246C25D9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76009" y="2893139"/>
              <a:ext cx="876615" cy="803564"/>
            </a:xfrm>
            <a:prstGeom prst="rect">
              <a:avLst/>
            </a:prstGeom>
          </p:spPr>
        </p:pic>
      </p:grpSp>
      <p:grpSp>
        <p:nvGrpSpPr>
          <p:cNvPr id="38" name="Group 37">
            <a:extLst>
              <a:ext uri="{FF2B5EF4-FFF2-40B4-BE49-F238E27FC236}">
                <a16:creationId xmlns:a16="http://schemas.microsoft.com/office/drawing/2014/main" id="{42C2D7AE-89B6-E513-5619-3FF705B22219}"/>
              </a:ext>
            </a:extLst>
          </p:cNvPr>
          <p:cNvGrpSpPr/>
          <p:nvPr/>
        </p:nvGrpSpPr>
        <p:grpSpPr>
          <a:xfrm>
            <a:off x="170804" y="3428999"/>
            <a:ext cx="4081118" cy="3372158"/>
            <a:chOff x="315558" y="3049564"/>
            <a:chExt cx="4081118" cy="3372158"/>
          </a:xfrm>
        </p:grpSpPr>
        <p:pic>
          <p:nvPicPr>
            <p:cNvPr id="5" name="Graphic 4">
              <a:extLst>
                <a:ext uri="{FF2B5EF4-FFF2-40B4-BE49-F238E27FC236}">
                  <a16:creationId xmlns:a16="http://schemas.microsoft.com/office/drawing/2014/main" id="{882A3918-0F6E-2CC1-2578-B822D5676E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558" y="3241859"/>
              <a:ext cx="3165869" cy="2795695"/>
            </a:xfrm>
            <a:prstGeom prst="rect">
              <a:avLst/>
            </a:prstGeom>
          </p:spPr>
        </p:pic>
        <p:sp>
          <p:nvSpPr>
            <p:cNvPr id="12" name="TextBox 11">
              <a:extLst>
                <a:ext uri="{FF2B5EF4-FFF2-40B4-BE49-F238E27FC236}">
                  <a16:creationId xmlns:a16="http://schemas.microsoft.com/office/drawing/2014/main" id="{F232AF7E-6981-C453-6A60-5A09E5E90BED}"/>
                </a:ext>
              </a:extLst>
            </p:cNvPr>
            <p:cNvSpPr txBox="1"/>
            <p:nvPr/>
          </p:nvSpPr>
          <p:spPr>
            <a:xfrm>
              <a:off x="701074" y="5590725"/>
              <a:ext cx="3695602" cy="830997"/>
            </a:xfrm>
            <a:prstGeom prst="rect">
              <a:avLst/>
            </a:prstGeom>
            <a:solidFill>
              <a:schemeClr val="bg1"/>
            </a:solidFill>
          </p:spPr>
          <p:txBody>
            <a:bodyPr wrap="square">
              <a:spAutoFit/>
            </a:bodyPr>
            <a:lstStyle/>
            <a:p>
              <a:r>
                <a:rPr lang="en-US" sz="2400" dirty="0"/>
                <a:t>Writing out notes from the study guide document</a:t>
              </a:r>
            </a:p>
          </p:txBody>
        </p:sp>
        <p:grpSp>
          <p:nvGrpSpPr>
            <p:cNvPr id="13" name="Group 12">
              <a:extLst>
                <a:ext uri="{FF2B5EF4-FFF2-40B4-BE49-F238E27FC236}">
                  <a16:creationId xmlns:a16="http://schemas.microsoft.com/office/drawing/2014/main" id="{C9863796-4924-CC0F-00E9-FFE2B0841601}"/>
                </a:ext>
              </a:extLst>
            </p:cNvPr>
            <p:cNvGrpSpPr/>
            <p:nvPr/>
          </p:nvGrpSpPr>
          <p:grpSpPr>
            <a:xfrm>
              <a:off x="2792470" y="4253428"/>
              <a:ext cx="1337297" cy="1337297"/>
              <a:chOff x="1256747" y="2626272"/>
              <a:chExt cx="1337297" cy="1337297"/>
            </a:xfrm>
          </p:grpSpPr>
          <p:sp>
            <p:nvSpPr>
              <p:cNvPr id="9" name="Oval 8">
                <a:extLst>
                  <a:ext uri="{FF2B5EF4-FFF2-40B4-BE49-F238E27FC236}">
                    <a16:creationId xmlns:a16="http://schemas.microsoft.com/office/drawing/2014/main" id="{2C735835-5C66-4244-3B50-0786DC47CA26}"/>
                  </a:ext>
                </a:extLst>
              </p:cNvPr>
              <p:cNvSpPr/>
              <p:nvPr/>
            </p:nvSpPr>
            <p:spPr>
              <a:xfrm>
                <a:off x="1256747" y="2626272"/>
                <a:ext cx="1337297" cy="1337297"/>
              </a:xfrm>
              <a:prstGeom prst="ellipse">
                <a:avLst/>
              </a:prstGeom>
              <a:solidFill>
                <a:schemeClr val="bg1"/>
              </a:solid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472384E6-2A9E-556C-50B2-32AC201749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76009" y="2893139"/>
                <a:ext cx="876615" cy="803564"/>
              </a:xfrm>
              <a:prstGeom prst="rect">
                <a:avLst/>
              </a:prstGeom>
            </p:spPr>
          </p:pic>
        </p:grpSp>
        <p:sp>
          <p:nvSpPr>
            <p:cNvPr id="29" name="Oval 28">
              <a:extLst>
                <a:ext uri="{FF2B5EF4-FFF2-40B4-BE49-F238E27FC236}">
                  <a16:creationId xmlns:a16="http://schemas.microsoft.com/office/drawing/2014/main" id="{908C4A59-C60C-E25E-C0B4-F84BC49BCBB2}"/>
                </a:ext>
              </a:extLst>
            </p:cNvPr>
            <p:cNvSpPr/>
            <p:nvPr/>
          </p:nvSpPr>
          <p:spPr>
            <a:xfrm>
              <a:off x="2848027" y="3049564"/>
              <a:ext cx="1337297" cy="1337297"/>
            </a:xfrm>
            <a:prstGeom prst="ellipse">
              <a:avLst/>
            </a:prstGeom>
            <a:solidFill>
              <a:schemeClr val="bg1"/>
            </a:solid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F3E150A2-69D0-4515-8521-D4E1A99105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11732" y="3188607"/>
              <a:ext cx="1045271" cy="1045271"/>
            </a:xfrm>
            <a:prstGeom prst="rect">
              <a:avLst/>
            </a:prstGeom>
          </p:spPr>
        </p:pic>
      </p:grpSp>
      <p:grpSp>
        <p:nvGrpSpPr>
          <p:cNvPr id="37" name="Group 36">
            <a:extLst>
              <a:ext uri="{FF2B5EF4-FFF2-40B4-BE49-F238E27FC236}">
                <a16:creationId xmlns:a16="http://schemas.microsoft.com/office/drawing/2014/main" id="{DFFEE0A3-AA74-DA11-AF10-EE24F548C633}"/>
              </a:ext>
            </a:extLst>
          </p:cNvPr>
          <p:cNvGrpSpPr/>
          <p:nvPr/>
        </p:nvGrpSpPr>
        <p:grpSpPr>
          <a:xfrm>
            <a:off x="4449366" y="1252119"/>
            <a:ext cx="3528152" cy="3418915"/>
            <a:chOff x="4560983" y="1101380"/>
            <a:chExt cx="3528152" cy="3418915"/>
          </a:xfrm>
        </p:grpSpPr>
        <p:sp>
          <p:nvSpPr>
            <p:cNvPr id="20" name="TextBox 19">
              <a:extLst>
                <a:ext uri="{FF2B5EF4-FFF2-40B4-BE49-F238E27FC236}">
                  <a16:creationId xmlns:a16="http://schemas.microsoft.com/office/drawing/2014/main" id="{3159C960-8EA1-D43A-22C9-F779CD35F309}"/>
                </a:ext>
              </a:extLst>
            </p:cNvPr>
            <p:cNvSpPr txBox="1"/>
            <p:nvPr/>
          </p:nvSpPr>
          <p:spPr>
            <a:xfrm>
              <a:off x="4560983" y="1101380"/>
              <a:ext cx="3528152" cy="830997"/>
            </a:xfrm>
            <a:prstGeom prst="rect">
              <a:avLst/>
            </a:prstGeom>
            <a:solidFill>
              <a:schemeClr val="bg1"/>
            </a:solidFill>
          </p:spPr>
          <p:txBody>
            <a:bodyPr wrap="square">
              <a:spAutoFit/>
            </a:bodyPr>
            <a:lstStyle>
              <a:defPPr>
                <a:defRPr lang="en-US"/>
              </a:defPPr>
              <a:lvl1pPr>
                <a:defRPr sz="2400"/>
              </a:lvl1pPr>
            </a:lstStyle>
            <a:p>
              <a:r>
                <a:rPr lang="en-US" dirty="0"/>
                <a:t>Listening to the notes with screen reading apps</a:t>
              </a:r>
            </a:p>
          </p:txBody>
        </p:sp>
        <p:pic>
          <p:nvPicPr>
            <p:cNvPr id="21" name="Graphic 20">
              <a:extLst>
                <a:ext uri="{FF2B5EF4-FFF2-40B4-BE49-F238E27FC236}">
                  <a16:creationId xmlns:a16="http://schemas.microsoft.com/office/drawing/2014/main" id="{69EBEFF8-90A3-790B-DB3E-B8F2778E3FE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1272877">
              <a:off x="4954252" y="2052047"/>
              <a:ext cx="1011715" cy="2042429"/>
            </a:xfrm>
            <a:prstGeom prst="rect">
              <a:avLst/>
            </a:prstGeom>
          </p:spPr>
        </p:pic>
        <p:grpSp>
          <p:nvGrpSpPr>
            <p:cNvPr id="31" name="Group 30">
              <a:extLst>
                <a:ext uri="{FF2B5EF4-FFF2-40B4-BE49-F238E27FC236}">
                  <a16:creationId xmlns:a16="http://schemas.microsoft.com/office/drawing/2014/main" id="{271490D0-3636-1FDE-CF5B-4E3EC714C26D}"/>
                </a:ext>
              </a:extLst>
            </p:cNvPr>
            <p:cNvGrpSpPr/>
            <p:nvPr/>
          </p:nvGrpSpPr>
          <p:grpSpPr>
            <a:xfrm>
              <a:off x="4859512" y="3182998"/>
              <a:ext cx="1337297" cy="1337297"/>
              <a:chOff x="4883116" y="4369080"/>
              <a:chExt cx="1337297" cy="1337297"/>
            </a:xfrm>
          </p:grpSpPr>
          <p:sp>
            <p:nvSpPr>
              <p:cNvPr id="30" name="Oval 29">
                <a:extLst>
                  <a:ext uri="{FF2B5EF4-FFF2-40B4-BE49-F238E27FC236}">
                    <a16:creationId xmlns:a16="http://schemas.microsoft.com/office/drawing/2014/main" id="{FEDD52E1-37FD-1EE3-A394-39F0DD2398D6}"/>
                  </a:ext>
                </a:extLst>
              </p:cNvPr>
              <p:cNvSpPr/>
              <p:nvPr/>
            </p:nvSpPr>
            <p:spPr>
              <a:xfrm>
                <a:off x="4883116" y="4369080"/>
                <a:ext cx="1337297" cy="1337297"/>
              </a:xfrm>
              <a:prstGeom prst="ellipse">
                <a:avLst/>
              </a:prstGeom>
              <a:solidFill>
                <a:schemeClr val="bg1"/>
              </a:solid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90870E11-DF31-BBFB-196E-AE86AA94070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74363" y="4591677"/>
                <a:ext cx="918341" cy="892102"/>
              </a:xfrm>
              <a:prstGeom prst="rect">
                <a:avLst/>
              </a:prstGeom>
            </p:spPr>
          </p:pic>
        </p:grpSp>
        <p:sp>
          <p:nvSpPr>
            <p:cNvPr id="33" name="Speech Bubble: Rectangle 32">
              <a:extLst>
                <a:ext uri="{FF2B5EF4-FFF2-40B4-BE49-F238E27FC236}">
                  <a16:creationId xmlns:a16="http://schemas.microsoft.com/office/drawing/2014/main" id="{9EA3C51B-3052-87E5-6EBF-3F7877F33FF8}"/>
                </a:ext>
              </a:extLst>
            </p:cNvPr>
            <p:cNvSpPr/>
            <p:nvPr/>
          </p:nvSpPr>
          <p:spPr>
            <a:xfrm>
              <a:off x="5958606" y="2200977"/>
              <a:ext cx="1822825" cy="830997"/>
            </a:xfrm>
            <a:prstGeom prst="wedgeRectCallout">
              <a:avLst>
                <a:gd name="adj1" fmla="val -64367"/>
                <a:gd name="adj2" fmla="val 19673"/>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Content Placeholder 4">
              <a:extLst>
                <a:ext uri="{FF2B5EF4-FFF2-40B4-BE49-F238E27FC236}">
                  <a16:creationId xmlns:a16="http://schemas.microsoft.com/office/drawing/2014/main" id="{06F968DD-2518-400F-F8FF-C81792B948D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87579" y="2447325"/>
              <a:ext cx="2150034" cy="375440"/>
            </a:xfrm>
            <a:prstGeom prst="rect">
              <a:avLst/>
            </a:prstGeom>
          </p:spPr>
        </p:pic>
      </p:grpSp>
      <p:pic>
        <p:nvPicPr>
          <p:cNvPr id="34" name="Graphic 33">
            <a:extLst>
              <a:ext uri="{FF2B5EF4-FFF2-40B4-BE49-F238E27FC236}">
                <a16:creationId xmlns:a16="http://schemas.microsoft.com/office/drawing/2014/main" id="{0E0E156C-6388-A6EE-5924-AD4757B5AE2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630026">
            <a:off x="9687652" y="888881"/>
            <a:ext cx="2063405" cy="4169246"/>
          </a:xfrm>
          <a:prstGeom prst="rect">
            <a:avLst/>
          </a:prstGeom>
        </p:spPr>
      </p:pic>
      <p:sp>
        <p:nvSpPr>
          <p:cNvPr id="35" name="Oval 34">
            <a:extLst>
              <a:ext uri="{FF2B5EF4-FFF2-40B4-BE49-F238E27FC236}">
                <a16:creationId xmlns:a16="http://schemas.microsoft.com/office/drawing/2014/main" id="{0EEB815D-C3A8-062C-56CC-C7F8930ACF35}"/>
              </a:ext>
            </a:extLst>
          </p:cNvPr>
          <p:cNvSpPr/>
          <p:nvPr/>
        </p:nvSpPr>
        <p:spPr>
          <a:xfrm>
            <a:off x="8137103" y="1516878"/>
            <a:ext cx="1337297" cy="1337297"/>
          </a:xfrm>
          <a:prstGeom prst="ellipse">
            <a:avLst/>
          </a:prstGeom>
          <a:solidFill>
            <a:schemeClr val="bg1"/>
          </a:solidFill>
          <a:ln w="57150" cmpd="thickThin">
            <a:solidFill>
              <a:schemeClr val="accent5">
                <a:lumMod val="60000"/>
                <a:lumOff val="40000"/>
                <a:alpha val="6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Graphic 35">
            <a:extLst>
              <a:ext uri="{FF2B5EF4-FFF2-40B4-BE49-F238E27FC236}">
                <a16:creationId xmlns:a16="http://schemas.microsoft.com/office/drawing/2014/main" id="{015BEBDF-144A-04A9-22A5-F2B323234A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83115" y="1678341"/>
            <a:ext cx="1045271" cy="1045271"/>
          </a:xfrm>
          <a:prstGeom prst="rect">
            <a:avLst/>
          </a:prstGeom>
        </p:spPr>
      </p:pic>
      <p:pic>
        <p:nvPicPr>
          <p:cNvPr id="41" name="Graphic 40">
            <a:extLst>
              <a:ext uri="{FF2B5EF4-FFF2-40B4-BE49-F238E27FC236}">
                <a16:creationId xmlns:a16="http://schemas.microsoft.com/office/drawing/2014/main" id="{E175D493-E6ED-247E-8E2A-3A9C7BA49D1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14553" y="183932"/>
            <a:ext cx="1667419" cy="711345"/>
          </a:xfrm>
          <a:prstGeom prst="rect">
            <a:avLst/>
          </a:prstGeom>
        </p:spPr>
      </p:pic>
    </p:spTree>
    <p:extLst>
      <p:ext uri="{BB962C8B-B14F-4D97-AF65-F5344CB8AC3E}">
        <p14:creationId xmlns:p14="http://schemas.microsoft.com/office/powerpoint/2010/main" val="743807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TotalTime>
  <Words>302</Words>
  <Application>Microsoft Office PowerPoint</Application>
  <PresentationFormat>Widescreen</PresentationFormat>
  <Paragraphs>27</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Courier New</vt:lpstr>
      <vt:lpstr>Aptos</vt:lpstr>
      <vt:lpstr>Arial</vt:lpstr>
      <vt:lpstr>Aptos Display</vt:lpstr>
      <vt:lpstr>Aptos Black</vt:lpstr>
      <vt:lpstr>Office Theme</vt:lpstr>
      <vt:lpstr>Tools and tricks to create study materials</vt:lpstr>
      <vt:lpstr>Study Guide Tools and Steps</vt:lpstr>
      <vt:lpstr>Using digital resources</vt:lpstr>
      <vt:lpstr>Downloading the transcript</vt:lpstr>
      <vt:lpstr>Processing the transcript file</vt:lpstr>
      <vt:lpstr>Additional methods for learning styles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Gina Lofaro</dc:creator>
  <cp:lastModifiedBy>Gina Lofaro</cp:lastModifiedBy>
  <cp:revision>2</cp:revision>
  <dcterms:created xsi:type="dcterms:W3CDTF">2026-05-11T20:55:25Z</dcterms:created>
  <dcterms:modified xsi:type="dcterms:W3CDTF">2026-05-12T02:24:58Z</dcterms:modified>
</cp:coreProperties>
</file>